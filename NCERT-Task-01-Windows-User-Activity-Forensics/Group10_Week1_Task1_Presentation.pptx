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task: Windows User Activity Forensics.
Say that the aim is to reconstruct what a user did in the last 48 hours using forensic artifacts and 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scenario in one sentence.
Mention that we generated fake activity to create forensic evidence safely.
List the objectives briefly.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process: generate user actions, collect artifacts in FTK, analyze with Event Viewer, WinPrefetchView and Autopsy, then build the timeline.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tool roles simply.
FTK Imager was mainly for evidence collection; Autopsy was for analysis; Event Viewer and WinPrefetchView gave direct supporting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to Event Viewer first: login and logout establish the session.
Then mention Prefetch: it confirms which programs were executed.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recent files show what was opened.
USB screenshots show a removable drive and copied file.
Recycle Bin shows file deletion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that Autopsy was used after FTK extraction.
It helped organize all folders and allowed evidence review in a case-based format.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timeline.
Say that no intent is claimed; the report only presents observable digital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777240"/>
            <a:ext cx="48006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/mnt/data/29-Autopsy-Tagged-Evidence.png">    </p:cNvPr>
          <p:cNvPicPr>
            <a:picLocks noChangeAspect="1"/>
          </p:cNvPicPr>
          <p:nvPr/>
        </p:nvPicPr>
        <p:blipFill>
          <a:blip r:embed="rId1"/>
          <a:srcRect l="0" r="0" t="1715" b="1715"/>
          <a:stretch/>
        </p:blipFill>
        <p:spPr>
          <a:xfrm>
            <a:off x="6885432" y="868680"/>
            <a:ext cx="4654296" cy="19476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903720" y="2852928"/>
            <a:ext cx="4617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i="1" dirty="0">
                <a:solidFill>
                  <a:srgbClr val="475569"/>
                </a:solidFill>
              </a:rPr>
              <a:t>Autopsy: tagged evidence</a:t>
            </a:r>
            <a:endParaRPr lang="en-US" sz="760" dirty="0"/>
          </a:p>
        </p:txBody>
      </p:sp>
      <p:sp>
        <p:nvSpPr>
          <p:cNvPr id="6" name="Shape 3"/>
          <p:cNvSpPr/>
          <p:nvPr/>
        </p:nvSpPr>
        <p:spPr>
          <a:xfrm>
            <a:off x="6492240" y="3337560"/>
            <a:ext cx="512064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7" name="Image 1" descr="/mnt/data/08-EventViewer-Logon-Logoff.png">    </p:cNvPr>
          <p:cNvPicPr>
            <a:picLocks noChangeAspect="1"/>
          </p:cNvPicPr>
          <p:nvPr/>
        </p:nvPicPr>
        <p:blipFill>
          <a:blip r:embed="rId2"/>
          <a:srcRect l="0" r="0" t="1230" b="1230"/>
          <a:stretch/>
        </p:blipFill>
        <p:spPr>
          <a:xfrm>
            <a:off x="6565392" y="3429000"/>
            <a:ext cx="4974336" cy="213055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83680" y="5596128"/>
            <a:ext cx="4937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i="1" dirty="0">
                <a:solidFill>
                  <a:srgbClr val="475569"/>
                </a:solidFill>
              </a:rPr>
              <a:t>Event Viewer: logon / logoff evidence</a:t>
            </a:r>
            <a:endParaRPr lang="en-US" sz="760" dirty="0"/>
          </a:p>
        </p:txBody>
      </p:sp>
      <p:sp>
        <p:nvSpPr>
          <p:cNvPr id="9" name="Text 5"/>
          <p:cNvSpPr/>
          <p:nvPr/>
        </p:nvSpPr>
        <p:spPr>
          <a:xfrm>
            <a:off x="685800" y="1078992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Windows User Activity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Forensics</a:t>
            </a:r>
            <a:endParaRPr lang="en-US" sz="4000" dirty="0"/>
          </a:p>
        </p:txBody>
      </p:sp>
      <p:sp>
        <p:nvSpPr>
          <p:cNvPr id="10" name="Shape 6"/>
          <p:cNvSpPr/>
          <p:nvPr/>
        </p:nvSpPr>
        <p:spPr>
          <a:xfrm>
            <a:off x="713232" y="2514600"/>
            <a:ext cx="4754880" cy="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31520" y="27889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DF6FF"/>
                </a:solidFill>
              </a:rPr>
              <a:t>PKCERT Digital Forensics Internship • Week 1 • Task 1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731520" y="31546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8F4"/>
                </a:solidFill>
              </a:rPr>
              <a:t>Group 10: Muhammad Ubaid &amp; Imtiaz Ali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731520" y="3703320"/>
            <a:ext cx="2057400" cy="310896"/>
          </a:xfrm>
          <a:prstGeom prst="roundRect">
            <a:avLst>
              <a:gd name="adj" fmla="val 23529"/>
            </a:avLst>
          </a:prstGeom>
          <a:solidFill>
            <a:srgbClr val="0E7490"/>
          </a:solidFill>
          <a:ln w="12700">
            <a:solidFill>
              <a:srgbClr val="0E7490">
                <a:alpha val="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04672" y="3776472"/>
            <a:ext cx="19110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3–5 minute presentation</a:t>
            </a:r>
            <a:endParaRPr lang="en-US" sz="820" dirty="0"/>
          </a:p>
        </p:txBody>
      </p:sp>
      <p:sp>
        <p:nvSpPr>
          <p:cNvPr id="15" name="Shape 11"/>
          <p:cNvSpPr/>
          <p:nvPr/>
        </p:nvSpPr>
        <p:spPr>
          <a:xfrm>
            <a:off x="2971800" y="3703320"/>
            <a:ext cx="2057400" cy="310896"/>
          </a:xfrm>
          <a:prstGeom prst="roundRect">
            <a:avLst>
              <a:gd name="adj" fmla="val 23529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044952" y="3776472"/>
            <a:ext cx="19110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Evidence-based timeline</a:t>
            </a:r>
            <a:endParaRPr lang="en-US" sz="820" dirty="0"/>
          </a:p>
        </p:txBody>
      </p:sp>
      <p:sp>
        <p:nvSpPr>
          <p:cNvPr id="17" name="Text 13"/>
          <p:cNvSpPr/>
          <p:nvPr/>
        </p:nvSpPr>
        <p:spPr>
          <a:xfrm>
            <a:off x="749808" y="46634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Goal: reconstruct recent user actions from Windows artifacts.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Case scenario &amp; objectives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65836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Simulated insider misuse investigation on a Windows workstation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950976"/>
            <a:ext cx="11155680" cy="0"/>
          </a:xfrm>
          <a:prstGeom prst="line">
            <a:avLst/>
          </a:prstGeom>
          <a:noFill/>
          <a:ln w="12700">
            <a:solidFill>
              <a:srgbClr val="0E74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234440"/>
            <a:ext cx="36576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6" name="Image 0" descr="/mnt/data/02-Fake_Test_Files_Created.png">    </p:cNvPr>
          <p:cNvPicPr>
            <a:picLocks noChangeAspect="1"/>
          </p:cNvPicPr>
          <p:nvPr/>
        </p:nvPicPr>
        <p:blipFill>
          <a:blip r:embed="rId1"/>
          <a:srcRect l="1665" r="1665" t="0" b="0"/>
          <a:stretch/>
        </p:blipFill>
        <p:spPr>
          <a:xfrm>
            <a:off x="667512" y="1325880"/>
            <a:ext cx="3511296" cy="19476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310128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i="1" dirty="0">
                <a:solidFill>
                  <a:srgbClr val="475569"/>
                </a:solidFill>
              </a:rPr>
              <a:t>Controlled lab files created by InternUser</a:t>
            </a:r>
            <a:endParaRPr lang="en-US" sz="760" dirty="0"/>
          </a:p>
        </p:txBody>
      </p:sp>
      <p:sp>
        <p:nvSpPr>
          <p:cNvPr id="8" name="Shape 5"/>
          <p:cNvSpPr/>
          <p:nvPr/>
        </p:nvSpPr>
        <p:spPr>
          <a:xfrm>
            <a:off x="4526280" y="1234440"/>
            <a:ext cx="34290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9" name="Image 1" descr="/mnt/data/05-File-Copied-To-USB.png">    </p:cNvPr>
          <p:cNvPicPr>
            <a:picLocks noChangeAspect="1"/>
          </p:cNvPicPr>
          <p:nvPr/>
        </p:nvPicPr>
        <p:blipFill>
          <a:blip r:embed="rId2"/>
          <a:srcRect l="5611" r="5611" t="0" b="0"/>
          <a:stretch/>
        </p:blipFill>
        <p:spPr>
          <a:xfrm>
            <a:off x="4599432" y="1325880"/>
            <a:ext cx="3282696" cy="19476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17720" y="3310128"/>
            <a:ext cx="3246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i="1" dirty="0">
                <a:solidFill>
                  <a:srgbClr val="475569"/>
                </a:solidFill>
              </a:rPr>
              <a:t>Confidential_Report copied to USB</a:t>
            </a:r>
            <a:endParaRPr lang="en-US" sz="760" dirty="0"/>
          </a:p>
        </p:txBody>
      </p:sp>
      <p:sp>
        <p:nvSpPr>
          <p:cNvPr id="11" name="Shape 7"/>
          <p:cNvSpPr/>
          <p:nvPr/>
        </p:nvSpPr>
        <p:spPr>
          <a:xfrm>
            <a:off x="8229600" y="1234440"/>
            <a:ext cx="33375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12" name="Image 2" descr="/mnt/data/06-Recycle-Bin-Deleted-File.png">    </p:cNvPr>
          <p:cNvPicPr>
            <a:picLocks noChangeAspect="1"/>
          </p:cNvPicPr>
          <p:nvPr/>
        </p:nvPicPr>
        <p:blipFill>
          <a:blip r:embed="rId3"/>
          <a:srcRect l="7550" r="7550" t="0" b="0"/>
          <a:stretch/>
        </p:blipFill>
        <p:spPr>
          <a:xfrm>
            <a:off x="8302752" y="1325880"/>
            <a:ext cx="3191256" cy="19476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321040" y="3310128"/>
            <a:ext cx="3154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i="1" dirty="0">
                <a:solidFill>
                  <a:srgbClr val="475569"/>
                </a:solidFill>
              </a:rPr>
              <a:t>Deleted file left in Recycle Bin</a:t>
            </a:r>
            <a:endParaRPr lang="en-US" sz="760" dirty="0"/>
          </a:p>
        </p:txBody>
      </p:sp>
      <p:sp>
        <p:nvSpPr>
          <p:cNvPr id="14" name="Text 9"/>
          <p:cNvSpPr/>
          <p:nvPr/>
        </p:nvSpPr>
        <p:spPr>
          <a:xfrm>
            <a:off x="658368" y="406908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What we needed to prove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713232" y="4443984"/>
            <a:ext cx="512064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Which user logged in and when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Which files were opened or deleted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Which apps and commands were executed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Whether USB storage was used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A timeline for the last 48 hours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6446520" y="406908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Investigation scope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6492240" y="44805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Training case: no real organization data. All actions were generated in a Windows VM and then examined using forensic tools.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492240" y="544068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490"/>
                </a:solidFill>
              </a:rPr>
              <a:t>Main suspect user: InternUser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502920" y="6547104"/>
            <a:ext cx="7680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PKCERT Digital Forensics Internship • Group 10 • Week 1 Task 1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Methodology: from activity to evidence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65836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We followed a simple collection → analysis → timeline process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950976"/>
            <a:ext cx="11155680" cy="0"/>
          </a:xfrm>
          <a:prstGeom prst="line">
            <a:avLst/>
          </a:prstGeom>
          <a:noFill/>
          <a:ln w="12700">
            <a:solidFill>
              <a:srgbClr val="0E74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48840" y="2651760"/>
            <a:ext cx="658368" cy="0"/>
          </a:xfrm>
          <a:prstGeom prst="line">
            <a:avLst/>
          </a:prstGeom>
          <a:noFill/>
          <a:ln w="25400">
            <a:solidFill>
              <a:srgbClr val="0E7490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206240" y="2651760"/>
            <a:ext cx="658368" cy="0"/>
          </a:xfrm>
          <a:prstGeom prst="line">
            <a:avLst/>
          </a:prstGeom>
          <a:noFill/>
          <a:ln w="25400">
            <a:solidFill>
              <a:srgbClr val="0E7490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263640" y="2651760"/>
            <a:ext cx="658368" cy="0"/>
          </a:xfrm>
          <a:prstGeom prst="line">
            <a:avLst/>
          </a:prstGeom>
          <a:noFill/>
          <a:ln w="25400">
            <a:solidFill>
              <a:srgbClr val="0E7490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321040" y="2651760"/>
            <a:ext cx="658368" cy="0"/>
          </a:xfrm>
          <a:prstGeom prst="line">
            <a:avLst/>
          </a:prstGeom>
          <a:noFill/>
          <a:ln w="25400">
            <a:solidFill>
              <a:srgbClr val="0E7490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40080" y="2194560"/>
            <a:ext cx="1417320" cy="914400"/>
          </a:xfrm>
          <a:prstGeom prst="roundRect">
            <a:avLst>
              <a:gd name="adj" fmla="val 12000"/>
            </a:avLst>
          </a:prstGeom>
          <a:solidFill>
            <a:srgbClr val="E0F2FE"/>
          </a:solidFill>
          <a:ln w="17780">
            <a:solidFill>
              <a:srgbClr val="0E74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0664" y="2286000"/>
            <a:ext cx="301752" cy="201168"/>
          </a:xfrm>
          <a:prstGeom prst="rect">
            <a:avLst/>
          </a:prstGeom>
          <a:solidFill>
            <a:srgbClr val="0E749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254203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F3A"/>
                </a:solidFill>
              </a:rPr>
              <a:t>User activity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49808" y="2761488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Files, apps, USB, deletion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697480" y="2194560"/>
            <a:ext cx="1417320" cy="914400"/>
          </a:xfrm>
          <a:prstGeom prst="roundRect">
            <a:avLst>
              <a:gd name="adj" fmla="val 12000"/>
            </a:avLst>
          </a:prstGeom>
          <a:solidFill>
            <a:srgbClr val="ECFDF5"/>
          </a:solidFill>
          <a:ln w="1778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98064" y="2286000"/>
            <a:ext cx="301752" cy="201168"/>
          </a:xfrm>
          <a:prstGeom prst="rect">
            <a:avLst/>
          </a:prstGeom>
          <a:solidFill>
            <a:srgbClr val="0E749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788920" y="254203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F3A"/>
                </a:solidFill>
              </a:rPr>
              <a:t>FTK Imager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807208" y="2761488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Collect/export artifacts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754880" y="2194560"/>
            <a:ext cx="1417320" cy="914400"/>
          </a:xfrm>
          <a:prstGeom prst="roundRect">
            <a:avLst>
              <a:gd name="adj" fmla="val 12000"/>
            </a:avLst>
          </a:prstGeom>
          <a:solidFill>
            <a:srgbClr val="FFF7ED"/>
          </a:solidFill>
          <a:ln w="1778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55464" y="2286000"/>
            <a:ext cx="301752" cy="201168"/>
          </a:xfrm>
          <a:prstGeom prst="rect">
            <a:avLst/>
          </a:prstGeom>
          <a:solidFill>
            <a:srgbClr val="0E749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846320" y="254203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F3A"/>
                </a:solidFill>
              </a:rPr>
              <a:t>Event &amp; Prefetch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64608" y="2761488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Logon + execution history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812280" y="2194560"/>
            <a:ext cx="1417320" cy="914400"/>
          </a:xfrm>
          <a:prstGeom prst="roundRect">
            <a:avLst>
              <a:gd name="adj" fmla="val 12000"/>
            </a:avLst>
          </a:prstGeom>
          <a:solidFill>
            <a:srgbClr val="F0F9FF"/>
          </a:solidFill>
          <a:ln w="17780">
            <a:solidFill>
              <a:srgbClr val="0E74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12864" y="2286000"/>
            <a:ext cx="301752" cy="201168"/>
          </a:xfrm>
          <a:prstGeom prst="rect">
            <a:avLst/>
          </a:prstGeom>
          <a:solidFill>
            <a:srgbClr val="0E749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903720" y="254203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F3A"/>
                </a:solidFill>
              </a:rPr>
              <a:t>Autopsy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922008" y="2761488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Organize + search evidence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8869680" y="2194560"/>
            <a:ext cx="1417320" cy="9144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7780">
            <a:solidFill>
              <a:srgbClr val="0E74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70264" y="2286000"/>
            <a:ext cx="301752" cy="201168"/>
          </a:xfrm>
          <a:prstGeom prst="rect">
            <a:avLst/>
          </a:prstGeom>
          <a:solidFill>
            <a:srgbClr val="0E749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961120" y="254203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F3A"/>
                </a:solidFill>
              </a:rPr>
              <a:t>Timeline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979408" y="2761488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Correlate findings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21792" y="3886200"/>
            <a:ext cx="283464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30" name="Image 0" descr="/mnt/data/2-FTK-C-Drive-Loaded.png">    </p:cNvPr>
          <p:cNvPicPr>
            <a:picLocks noChangeAspect="1"/>
          </p:cNvPicPr>
          <p:nvPr/>
        </p:nvPicPr>
        <p:blipFill>
          <a:blip r:embed="rId1"/>
          <a:srcRect l="3943" r="3943" t="0" b="0"/>
          <a:stretch/>
        </p:blipFill>
        <p:spPr>
          <a:xfrm>
            <a:off x="694944" y="3977640"/>
            <a:ext cx="2688336" cy="1261872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713232" y="5276088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i="1" dirty="0">
                <a:solidFill>
                  <a:srgbClr val="475569"/>
                </a:solidFill>
              </a:rPr>
              <a:t>C: drive loaded in FTK</a:t>
            </a:r>
            <a:endParaRPr lang="en-US" sz="760" dirty="0"/>
          </a:p>
        </p:txBody>
      </p:sp>
      <p:sp>
        <p:nvSpPr>
          <p:cNvPr id="32" name="Shape 29"/>
          <p:cNvSpPr/>
          <p:nvPr/>
        </p:nvSpPr>
        <p:spPr>
          <a:xfrm>
            <a:off x="3703320" y="3886200"/>
            <a:ext cx="283464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33" name="Image 1" descr="/mnt/data/22-Autopsy-Case-Created_all-folder.png">    </p:cNvPr>
          <p:cNvPicPr>
            <a:picLocks noChangeAspect="1"/>
          </p:cNvPicPr>
          <p:nvPr/>
        </p:nvPicPr>
        <p:blipFill>
          <a:blip r:embed="rId2"/>
          <a:srcRect l="7657" r="7657" t="0" b="0"/>
          <a:stretch/>
        </p:blipFill>
        <p:spPr>
          <a:xfrm>
            <a:off x="3776472" y="3977640"/>
            <a:ext cx="2688336" cy="1261872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3794760" y="5276088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i="1" dirty="0">
                <a:solidFill>
                  <a:srgbClr val="475569"/>
                </a:solidFill>
              </a:rPr>
              <a:t>Artifacts added in Autopsy</a:t>
            </a:r>
            <a:endParaRPr lang="en-US" sz="760" dirty="0"/>
          </a:p>
        </p:txBody>
      </p:sp>
      <p:sp>
        <p:nvSpPr>
          <p:cNvPr id="35" name="Shape 31"/>
          <p:cNvSpPr/>
          <p:nvPr/>
        </p:nvSpPr>
        <p:spPr>
          <a:xfrm>
            <a:off x="6784848" y="3886200"/>
            <a:ext cx="283464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36" name="Image 2" descr="/mnt/data/21-Autopsy-Ingest-Complete.png">    </p:cNvPr>
          <p:cNvPicPr>
            <a:picLocks noChangeAspect="1"/>
          </p:cNvPicPr>
          <p:nvPr/>
        </p:nvPicPr>
        <p:blipFill>
          <a:blip r:embed="rId3"/>
          <a:srcRect l="0" r="0" t="16051" b="16051"/>
          <a:stretch/>
        </p:blipFill>
        <p:spPr>
          <a:xfrm>
            <a:off x="6858000" y="3977640"/>
            <a:ext cx="2688336" cy="1261872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6876288" y="5276088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i="1" dirty="0">
                <a:solidFill>
                  <a:srgbClr val="475569"/>
                </a:solidFill>
              </a:rPr>
              <a:t>Ingest modules configured</a:t>
            </a:r>
            <a:endParaRPr lang="en-US" sz="760" dirty="0"/>
          </a:p>
        </p:txBody>
      </p:sp>
      <p:sp>
        <p:nvSpPr>
          <p:cNvPr id="38" name="Text 33"/>
          <p:cNvSpPr/>
          <p:nvPr/>
        </p:nvSpPr>
        <p:spPr>
          <a:xfrm>
            <a:off x="1005840" y="589788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Final output: formal report + 5-minute presentation</a:t>
            </a:r>
            <a:endParaRPr lang="en-US" sz="1800" dirty="0"/>
          </a:p>
        </p:txBody>
      </p:sp>
      <p:sp>
        <p:nvSpPr>
          <p:cNvPr id="39" name="Text 34"/>
          <p:cNvSpPr/>
          <p:nvPr/>
        </p:nvSpPr>
        <p:spPr>
          <a:xfrm>
            <a:off x="502920" y="6547104"/>
            <a:ext cx="7680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PKCERT Digital Forensics Internship • Group 10 • Week 1 Task 1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Tools used and what each one proved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65836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Each tool had a specific role in the investigation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950976"/>
            <a:ext cx="11155680" cy="0"/>
          </a:xfrm>
          <a:prstGeom prst="line">
            <a:avLst/>
          </a:prstGeom>
          <a:noFill/>
          <a:ln w="12700">
            <a:solidFill>
              <a:srgbClr val="0E74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34440"/>
            <a:ext cx="5212080" cy="658368"/>
          </a:xfrm>
          <a:prstGeom prst="roundRect">
            <a:avLst>
              <a:gd name="adj" fmla="val 11111"/>
            </a:avLst>
          </a:prstGeom>
          <a:solidFill>
            <a:srgbClr val="E0F2FE"/>
          </a:solidFill>
          <a:ln w="15240">
            <a:solidFill>
              <a:srgbClr val="0E74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344168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FTK Imager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331720" y="1316736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0F172A"/>
                </a:solidFill>
              </a:rPr>
              <a:t>Collected and exported evidence artifacts: NTUSER.DAT, Recent files, Prefetch, Recycle Bin, EVTX logs and USB logs.</a:t>
            </a:r>
            <a:endParaRPr lang="en-US" sz="890" dirty="0"/>
          </a:p>
        </p:txBody>
      </p:sp>
      <p:sp>
        <p:nvSpPr>
          <p:cNvPr id="8" name="Shape 6"/>
          <p:cNvSpPr/>
          <p:nvPr/>
        </p:nvSpPr>
        <p:spPr>
          <a:xfrm>
            <a:off x="685800" y="2212848"/>
            <a:ext cx="5212080" cy="658368"/>
          </a:xfrm>
          <a:prstGeom prst="roundRect">
            <a:avLst>
              <a:gd name="adj" fmla="val 11111"/>
            </a:avLst>
          </a:prstGeom>
          <a:solidFill>
            <a:srgbClr val="FFF7ED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2322576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Event Viewer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331720" y="2295144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0F172A"/>
                </a:solidFill>
              </a:rPr>
              <a:t>Filtered Security and System logs for logon/logoff and USB/device activity.</a:t>
            </a:r>
            <a:endParaRPr lang="en-US" sz="890" dirty="0"/>
          </a:p>
        </p:txBody>
      </p:sp>
      <p:sp>
        <p:nvSpPr>
          <p:cNvPr id="11" name="Shape 9"/>
          <p:cNvSpPr/>
          <p:nvPr/>
        </p:nvSpPr>
        <p:spPr>
          <a:xfrm>
            <a:off x="685800" y="3191256"/>
            <a:ext cx="5212080" cy="658368"/>
          </a:xfrm>
          <a:prstGeom prst="roundRect">
            <a:avLst>
              <a:gd name="adj" fmla="val 11111"/>
            </a:avLst>
          </a:prstGeom>
          <a:solidFill>
            <a:srgbClr val="ECFDF5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330098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WinPrefetchView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331720" y="3273552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0F172A"/>
                </a:solidFill>
              </a:rPr>
              <a:t>Reviewed Prefetch records to confirm application execution history.</a:t>
            </a:r>
            <a:endParaRPr lang="en-US" sz="890" dirty="0"/>
          </a:p>
        </p:txBody>
      </p:sp>
      <p:sp>
        <p:nvSpPr>
          <p:cNvPr id="14" name="Shape 12"/>
          <p:cNvSpPr/>
          <p:nvPr/>
        </p:nvSpPr>
        <p:spPr>
          <a:xfrm>
            <a:off x="685800" y="4169664"/>
            <a:ext cx="5212080" cy="658368"/>
          </a:xfrm>
          <a:prstGeom prst="roundRect">
            <a:avLst>
              <a:gd name="adj" fmla="val 11111"/>
            </a:avLst>
          </a:prstGeom>
          <a:solidFill>
            <a:srgbClr val="F5F3FF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427939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Autopsy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331720" y="425196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0F172A"/>
                </a:solidFill>
              </a:rPr>
              <a:t>Analyzed exported artifacts, indexed folders, reviewed recent files and tagged suspicious evidence.</a:t>
            </a:r>
            <a:endParaRPr lang="en-US" sz="890" dirty="0"/>
          </a:p>
        </p:txBody>
      </p:sp>
      <p:sp>
        <p:nvSpPr>
          <p:cNvPr id="17" name="Shape 15"/>
          <p:cNvSpPr/>
          <p:nvPr/>
        </p:nvSpPr>
        <p:spPr>
          <a:xfrm>
            <a:off x="6492240" y="1051560"/>
            <a:ext cx="23774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18" name="Image 0" descr="/mnt/data/26-FTK-_Registry_Syst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2" y="1303595"/>
            <a:ext cx="2231136" cy="803521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583680" y="2304288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i="1" dirty="0">
                <a:solidFill>
                  <a:srgbClr val="475569"/>
                </a:solidFill>
              </a:rPr>
              <a:t>SYSTEM, SOFTWARE, SAM, SECURITY hives</a:t>
            </a:r>
            <a:endParaRPr lang="en-US" sz="760" dirty="0"/>
          </a:p>
        </p:txBody>
      </p:sp>
      <p:sp>
        <p:nvSpPr>
          <p:cNvPr id="20" name="Shape 17"/>
          <p:cNvSpPr/>
          <p:nvPr/>
        </p:nvSpPr>
        <p:spPr>
          <a:xfrm>
            <a:off x="9098280" y="1051560"/>
            <a:ext cx="23317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21" name="Image 1" descr="/mnt/data/21-FTK-Recent-Fil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1747" y="1143000"/>
            <a:ext cx="1984786" cy="112471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9189720" y="2304288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i="1" dirty="0">
                <a:solidFill>
                  <a:srgbClr val="475569"/>
                </a:solidFill>
              </a:rPr>
              <a:t>Recent file artifacts</a:t>
            </a:r>
            <a:endParaRPr lang="en-US" sz="760" dirty="0"/>
          </a:p>
        </p:txBody>
      </p:sp>
      <p:sp>
        <p:nvSpPr>
          <p:cNvPr id="23" name="Shape 19"/>
          <p:cNvSpPr/>
          <p:nvPr/>
        </p:nvSpPr>
        <p:spPr>
          <a:xfrm>
            <a:off x="6492240" y="2880360"/>
            <a:ext cx="23774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24" name="Image 2" descr="/mnt/data/24-FTK-Event-Log-Fil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3015058"/>
            <a:ext cx="2231136" cy="103819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583680" y="4133088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i="1" dirty="0">
                <a:solidFill>
                  <a:srgbClr val="475569"/>
                </a:solidFill>
              </a:rPr>
              <a:t>EVTX event logs</a:t>
            </a:r>
            <a:endParaRPr lang="en-US" sz="760" dirty="0"/>
          </a:p>
        </p:txBody>
      </p:sp>
      <p:sp>
        <p:nvSpPr>
          <p:cNvPr id="26" name="Shape 21"/>
          <p:cNvSpPr/>
          <p:nvPr/>
        </p:nvSpPr>
        <p:spPr>
          <a:xfrm>
            <a:off x="9098280" y="2880360"/>
            <a:ext cx="23317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27" name="Image 3" descr="/mnt/data/25-FTK-USB-Evidenc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1432" y="3036652"/>
            <a:ext cx="2185416" cy="995007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189720" y="4133088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i="1" dirty="0">
                <a:solidFill>
                  <a:srgbClr val="475569"/>
                </a:solidFill>
              </a:rPr>
              <a:t>USB setupapi log</a:t>
            </a:r>
            <a:endParaRPr lang="en-US" sz="760" dirty="0"/>
          </a:p>
        </p:txBody>
      </p:sp>
      <p:sp>
        <p:nvSpPr>
          <p:cNvPr id="29" name="Text 23"/>
          <p:cNvSpPr/>
          <p:nvPr/>
        </p:nvSpPr>
        <p:spPr>
          <a:xfrm>
            <a:off x="6675120" y="498348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3A"/>
                </a:solidFill>
              </a:rPr>
              <a:t>Collection tool ≠ analysis tool</a:t>
            </a:r>
            <a:endParaRPr lang="en-US" sz="1700" dirty="0"/>
          </a:p>
        </p:txBody>
      </p:sp>
      <p:sp>
        <p:nvSpPr>
          <p:cNvPr id="30" name="Text 24"/>
          <p:cNvSpPr/>
          <p:nvPr/>
        </p:nvSpPr>
        <p:spPr>
          <a:xfrm>
            <a:off x="6720840" y="5358384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FTK preserves and exports evidence; Autopsy helps review, search, and organize it.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502920" y="6547104"/>
            <a:ext cx="7680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PKCERT Digital Forensics Internship • Group 10 • Week 1 Task 1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Evidence 1: login and application execution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65836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Security logs and Prefetch records show active user interaction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950976"/>
            <a:ext cx="11155680" cy="0"/>
          </a:xfrm>
          <a:prstGeom prst="line">
            <a:avLst/>
          </a:prstGeom>
          <a:noFill/>
          <a:ln w="12700">
            <a:solidFill>
              <a:srgbClr val="0E74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143000"/>
            <a:ext cx="539496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6" name="Image 0" descr="/mnt/data/08-EventViewer-Logon-Logoff.png">    </p:cNvPr>
          <p:cNvPicPr>
            <a:picLocks noChangeAspect="1"/>
          </p:cNvPicPr>
          <p:nvPr/>
        </p:nvPicPr>
        <p:blipFill>
          <a:blip r:embed="rId1"/>
          <a:srcRect l="0" r="0" t="3779" b="3779"/>
          <a:stretch/>
        </p:blipFill>
        <p:spPr>
          <a:xfrm>
            <a:off x="667512" y="1234440"/>
            <a:ext cx="5248656" cy="21305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401568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i="1" dirty="0">
                <a:solidFill>
                  <a:srgbClr val="475569"/>
                </a:solidFill>
              </a:rPr>
              <a:t>Event Viewer: 4624, 4634 and 4647 events</a:t>
            </a:r>
            <a:endParaRPr lang="en-US" sz="760" dirty="0"/>
          </a:p>
        </p:txBody>
      </p:sp>
      <p:sp>
        <p:nvSpPr>
          <p:cNvPr id="8" name="Shape 5"/>
          <p:cNvSpPr/>
          <p:nvPr/>
        </p:nvSpPr>
        <p:spPr>
          <a:xfrm>
            <a:off x="6263640" y="1143000"/>
            <a:ext cx="534924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9" name="Image 1" descr="/mnt/data/11-WinPrefetchView-Execution-History.png">    </p:cNvPr>
          <p:cNvPicPr>
            <a:picLocks noChangeAspect="1"/>
          </p:cNvPicPr>
          <p:nvPr/>
        </p:nvPicPr>
        <p:blipFill>
          <a:blip r:embed="rId2"/>
          <a:srcRect l="0" r="0" t="5728" b="5728"/>
          <a:stretch/>
        </p:blipFill>
        <p:spPr>
          <a:xfrm>
            <a:off x="6336792" y="1234440"/>
            <a:ext cx="5202936" cy="213055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55080" y="3401568"/>
            <a:ext cx="5166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i="1" dirty="0">
                <a:solidFill>
                  <a:srgbClr val="475569"/>
                </a:solidFill>
              </a:rPr>
              <a:t>WinPrefetchView: application execution history</a:t>
            </a:r>
            <a:endParaRPr lang="en-US" sz="760" dirty="0"/>
          </a:p>
        </p:txBody>
      </p:sp>
      <p:sp>
        <p:nvSpPr>
          <p:cNvPr id="11" name="Text 7"/>
          <p:cNvSpPr/>
          <p:nvPr/>
        </p:nvSpPr>
        <p:spPr>
          <a:xfrm>
            <a:off x="868680" y="40690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7490"/>
                </a:solidFill>
              </a:rPr>
              <a:t>4624</a:t>
            </a:r>
            <a:endParaRPr lang="en-US" sz="2600" dirty="0"/>
          </a:p>
        </p:txBody>
      </p:sp>
      <p:sp>
        <p:nvSpPr>
          <p:cNvPr id="12" name="Text 8"/>
          <p:cNvSpPr/>
          <p:nvPr/>
        </p:nvSpPr>
        <p:spPr>
          <a:xfrm>
            <a:off x="868680" y="450799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Successful logon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2606040" y="40690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</a:rPr>
              <a:t>4647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2606040" y="45079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User initiated logoff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4434840" y="40690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B981"/>
                </a:solidFill>
              </a:rPr>
              <a:t>.PF</a:t>
            </a:r>
            <a:endParaRPr lang="en-US" sz="2600" dirty="0"/>
          </a:p>
        </p:txBody>
      </p:sp>
      <p:sp>
        <p:nvSpPr>
          <p:cNvPr id="16" name="Text 12"/>
          <p:cNvSpPr/>
          <p:nvPr/>
        </p:nvSpPr>
        <p:spPr>
          <a:xfrm>
            <a:off x="4434840" y="450799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Prefetch records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6537960" y="39776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Interpretation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6583680" y="4343400"/>
            <a:ext cx="466344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</a:rPr>
              <a:t>InternUser had an interactive Windows session.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</a:rPr>
              <a:t>CMD, PowerShell, Notepad, Paint, Calculator, Chrome/Edge activity was visible.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</a:rPr>
              <a:t>Prefetch supports execution but not the exact document opened.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502920" y="6547104"/>
            <a:ext cx="7680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PKCERT Digital Forensics Internship • Group 10 • Week 1 Task 1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Evidence 2: accessed files, USB use and deletion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65836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Recent files, USB traces and Recycle Bin artifacts connect the user actions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950976"/>
            <a:ext cx="11155680" cy="0"/>
          </a:xfrm>
          <a:prstGeom prst="line">
            <a:avLst/>
          </a:prstGeom>
          <a:noFill/>
          <a:ln w="12700">
            <a:solidFill>
              <a:srgbClr val="0E74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1430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6" name="Image 0" descr="/mnt/data/23-Autopsy-Recent-Files.png">    </p:cNvPr>
          <p:cNvPicPr>
            <a:picLocks noChangeAspect="1"/>
          </p:cNvPicPr>
          <p:nvPr/>
        </p:nvPicPr>
        <p:blipFill>
          <a:blip r:embed="rId1"/>
          <a:srcRect l="4786" r="4786" t="0" b="0"/>
          <a:stretch/>
        </p:blipFill>
        <p:spPr>
          <a:xfrm>
            <a:off x="667512" y="1234440"/>
            <a:ext cx="3465576" cy="19019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172968"/>
            <a:ext cx="3429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i="1" dirty="0">
                <a:solidFill>
                  <a:srgbClr val="475569"/>
                </a:solidFill>
              </a:rPr>
              <a:t>Autopsy: recent documents</a:t>
            </a:r>
            <a:endParaRPr lang="en-US" sz="760" dirty="0"/>
          </a:p>
        </p:txBody>
      </p:sp>
      <p:sp>
        <p:nvSpPr>
          <p:cNvPr id="8" name="Shape 5"/>
          <p:cNvSpPr/>
          <p:nvPr/>
        </p:nvSpPr>
        <p:spPr>
          <a:xfrm>
            <a:off x="4480560" y="1143000"/>
            <a:ext cx="34290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9" name="Image 1" descr="/mnt/data/04-USB-Connected.png">    </p:cNvPr>
          <p:cNvPicPr>
            <a:picLocks noChangeAspect="1"/>
          </p:cNvPicPr>
          <p:nvPr/>
        </p:nvPicPr>
        <p:blipFill>
          <a:blip r:embed="rId2"/>
          <a:srcRect l="5811" r="5811" t="0" b="0"/>
          <a:stretch/>
        </p:blipFill>
        <p:spPr>
          <a:xfrm>
            <a:off x="4553712" y="1234440"/>
            <a:ext cx="3282696" cy="190195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72000" y="3172968"/>
            <a:ext cx="3246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i="1" dirty="0">
                <a:solidFill>
                  <a:srgbClr val="475569"/>
                </a:solidFill>
              </a:rPr>
              <a:t>USB mounted in VM</a:t>
            </a:r>
            <a:endParaRPr lang="en-US" sz="760" dirty="0"/>
          </a:p>
        </p:txBody>
      </p:sp>
      <p:sp>
        <p:nvSpPr>
          <p:cNvPr id="11" name="Shape 7"/>
          <p:cNvSpPr/>
          <p:nvPr/>
        </p:nvSpPr>
        <p:spPr>
          <a:xfrm>
            <a:off x="8183880" y="1143000"/>
            <a:ext cx="34290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12" name="Image 2" descr="/mnt/data/25-Autopsy-Recycle-Bin.png">    </p:cNvPr>
          <p:cNvPicPr>
            <a:picLocks noChangeAspect="1"/>
          </p:cNvPicPr>
          <p:nvPr/>
        </p:nvPicPr>
        <p:blipFill>
          <a:blip r:embed="rId3"/>
          <a:srcRect l="7453" r="7453" t="0" b="0"/>
          <a:stretch/>
        </p:blipFill>
        <p:spPr>
          <a:xfrm>
            <a:off x="8257032" y="1234440"/>
            <a:ext cx="3282696" cy="190195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275320" y="3172968"/>
            <a:ext cx="3246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i="1" dirty="0">
                <a:solidFill>
                  <a:srgbClr val="475569"/>
                </a:solidFill>
              </a:rPr>
              <a:t>Autopsy: Recycle Bin artifacts</a:t>
            </a:r>
            <a:endParaRPr lang="en-US" sz="760" dirty="0"/>
          </a:p>
        </p:txBody>
      </p:sp>
      <p:sp>
        <p:nvSpPr>
          <p:cNvPr id="14" name="Text 9"/>
          <p:cNvSpPr/>
          <p:nvPr/>
        </p:nvSpPr>
        <p:spPr>
          <a:xfrm>
            <a:off x="777240" y="391363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Correlated evidence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822960" y="4297680"/>
            <a:ext cx="512064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</a:rPr>
              <a:t>Recent shortcuts show Confidential_Report, Salary_Data, Project_Plan and Meeting_Notes were opened.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</a:rPr>
              <a:t>USB evidence shows removable storage was connected and used.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</a:rPr>
              <a:t>Recycle Bin shows Project_Plan was deleted but not permanently removed.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6446520" y="3913632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Why it matters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6492240" y="4315968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0F172A"/>
                </a:solidFill>
              </a:rPr>
              <a:t>When multiple artifacts tell the same story, the activity timeline becomes stronger. Here, file access + USB access + deletion support the insider misuse scenario.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502920" y="6547104"/>
            <a:ext cx="7680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PKCERT Digital Forensics Internship • Group 10 • Week 1 Task 1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Autopsy analysis: one case 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65836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Logical files workflow made the review faster and report-ready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950976"/>
            <a:ext cx="11155680" cy="0"/>
          </a:xfrm>
          <a:prstGeom prst="line">
            <a:avLst/>
          </a:prstGeom>
          <a:noFill/>
          <a:ln w="12700">
            <a:solidFill>
              <a:srgbClr val="0E74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097280"/>
            <a:ext cx="37490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6" name="Image 0" descr="/mnt/data/22-Autopsy-Case-Created_all-folder.png">    </p:cNvPr>
          <p:cNvPicPr>
            <a:picLocks noChangeAspect="1"/>
          </p:cNvPicPr>
          <p:nvPr/>
        </p:nvPicPr>
        <p:blipFill>
          <a:blip r:embed="rId1"/>
          <a:srcRect l="9426" r="9426" t="0" b="0"/>
          <a:stretch/>
        </p:blipFill>
        <p:spPr>
          <a:xfrm>
            <a:off x="758952" y="1188720"/>
            <a:ext cx="3602736" cy="17647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990088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i="1" dirty="0">
                <a:solidFill>
                  <a:srgbClr val="475569"/>
                </a:solidFill>
              </a:rPr>
              <a:t>All exported artifacts added as logical files</a:t>
            </a:r>
            <a:endParaRPr lang="en-US" sz="760" dirty="0"/>
          </a:p>
        </p:txBody>
      </p:sp>
      <p:sp>
        <p:nvSpPr>
          <p:cNvPr id="8" name="Shape 5"/>
          <p:cNvSpPr/>
          <p:nvPr/>
        </p:nvSpPr>
        <p:spPr>
          <a:xfrm>
            <a:off x="4617720" y="1097280"/>
            <a:ext cx="30632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9" name="Image 1" descr="/mnt/data/24-Autopsy-Prefetch-Files.png">    </p:cNvPr>
          <p:cNvPicPr>
            <a:picLocks noChangeAspect="1"/>
          </p:cNvPicPr>
          <p:nvPr/>
        </p:nvPicPr>
        <p:blipFill>
          <a:blip r:embed="rId2"/>
          <a:srcRect l="13229" r="13229" t="0" b="0"/>
          <a:stretch/>
        </p:blipFill>
        <p:spPr>
          <a:xfrm>
            <a:off x="4690872" y="1188720"/>
            <a:ext cx="2916936" cy="176479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09160" y="2990088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i="1" dirty="0">
                <a:solidFill>
                  <a:srgbClr val="475569"/>
                </a:solidFill>
              </a:rPr>
              <a:t>Prefetch files reviewed in Autopsy</a:t>
            </a:r>
            <a:endParaRPr lang="en-US" sz="760" dirty="0"/>
          </a:p>
        </p:txBody>
      </p:sp>
      <p:sp>
        <p:nvSpPr>
          <p:cNvPr id="11" name="Shape 7"/>
          <p:cNvSpPr/>
          <p:nvPr/>
        </p:nvSpPr>
        <p:spPr>
          <a:xfrm>
            <a:off x="7909560" y="109728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12" name="Image 2" descr="/mnt/data/29-Autopsy-Tagged-Evidence.png">    </p:cNvPr>
          <p:cNvPicPr>
            <a:picLocks noChangeAspect="1"/>
          </p:cNvPicPr>
          <p:nvPr/>
        </p:nvPicPr>
        <p:blipFill>
          <a:blip r:embed="rId3"/>
          <a:srcRect l="8575" r="8575" t="0" b="0"/>
          <a:stretch/>
        </p:blipFill>
        <p:spPr>
          <a:xfrm>
            <a:off x="7982712" y="1188720"/>
            <a:ext cx="3374136" cy="176479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001000" y="2990088"/>
            <a:ext cx="3337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i="1" dirty="0">
                <a:solidFill>
                  <a:srgbClr val="475569"/>
                </a:solidFill>
              </a:rPr>
              <a:t>Suspicious items and tagged evidence</a:t>
            </a:r>
            <a:endParaRPr lang="en-US" sz="760" dirty="0"/>
          </a:p>
        </p:txBody>
      </p:sp>
      <p:sp>
        <p:nvSpPr>
          <p:cNvPr id="14" name="Shape 9"/>
          <p:cNvSpPr/>
          <p:nvPr/>
        </p:nvSpPr>
        <p:spPr>
          <a:xfrm>
            <a:off x="868680" y="3995928"/>
            <a:ext cx="310896" cy="310896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868680" y="406450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1280160" y="3977640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Add artifacts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1280160" y="4187952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475569"/>
                </a:solidFill>
              </a:rPr>
              <a:t>Collected_Artifacts folder imported as Logical Files.</a:t>
            </a:r>
            <a:endParaRPr lang="en-US" sz="820" dirty="0"/>
          </a:p>
        </p:txBody>
      </p:sp>
      <p:sp>
        <p:nvSpPr>
          <p:cNvPr id="18" name="Shape 13"/>
          <p:cNvSpPr/>
          <p:nvPr/>
        </p:nvSpPr>
        <p:spPr>
          <a:xfrm>
            <a:off x="4389120" y="3995928"/>
            <a:ext cx="310896" cy="3108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4389120" y="406450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4800600" y="3977640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Run ingest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4800600" y="418795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475569"/>
                </a:solidFill>
              </a:rPr>
              <a:t>Recent Activity, Hash Lookup, File Type Identification, Keyword Search.</a:t>
            </a:r>
            <a:endParaRPr lang="en-US" sz="820" dirty="0"/>
          </a:p>
        </p:txBody>
      </p:sp>
      <p:sp>
        <p:nvSpPr>
          <p:cNvPr id="22" name="Shape 17"/>
          <p:cNvSpPr/>
          <p:nvPr/>
        </p:nvSpPr>
        <p:spPr>
          <a:xfrm>
            <a:off x="8001000" y="3995928"/>
            <a:ext cx="310896" cy="31089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8001000" y="406450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8412480" y="3977640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Review evidence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8412480" y="418795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475569"/>
                </a:solidFill>
              </a:rPr>
              <a:t>Recent files, Prefetch, Recycle Bin, USB log, NTUSER.DAT.</a:t>
            </a:r>
            <a:endParaRPr lang="en-US" sz="820" dirty="0"/>
          </a:p>
        </p:txBody>
      </p:sp>
      <p:sp>
        <p:nvSpPr>
          <p:cNvPr id="26" name="Shape 21"/>
          <p:cNvSpPr/>
          <p:nvPr/>
        </p:nvSpPr>
        <p:spPr>
          <a:xfrm>
            <a:off x="3931920" y="5184648"/>
            <a:ext cx="310896" cy="310896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3931920" y="525322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4343400" y="5166360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Prepare output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4343400" y="5376672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475569"/>
                </a:solidFill>
              </a:rPr>
              <a:t>Important findings were used in final timeline and report.</a:t>
            </a:r>
            <a:endParaRPr lang="en-US" sz="820" dirty="0"/>
          </a:p>
        </p:txBody>
      </p:sp>
      <p:sp>
        <p:nvSpPr>
          <p:cNvPr id="30" name="Text 25"/>
          <p:cNvSpPr/>
          <p:nvPr/>
        </p:nvSpPr>
        <p:spPr>
          <a:xfrm>
            <a:off x="502920" y="6547104"/>
            <a:ext cx="7680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PKCERT Digital Forensics Internship • Group 10 • Week 1 Task 1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Reconstructed timeline &amp; final findings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65836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The evidence was correlated to explain what the user did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950976"/>
            <a:ext cx="11155680" cy="0"/>
          </a:xfrm>
          <a:prstGeom prst="line">
            <a:avLst/>
          </a:prstGeom>
          <a:noFill/>
          <a:ln w="12700">
            <a:solidFill>
              <a:srgbClr val="0E74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2075688"/>
            <a:ext cx="12344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154680" y="2075688"/>
            <a:ext cx="12344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937760" y="2075688"/>
            <a:ext cx="12344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720840" y="2075688"/>
            <a:ext cx="12344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503920" y="2075688"/>
            <a:ext cx="12344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68680" y="1920240"/>
            <a:ext cx="438912" cy="438912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03911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514600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Logon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278892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4624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651760" y="1920240"/>
            <a:ext cx="438912" cy="438912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51760" y="203911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240280" y="2514600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Opened files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240280" y="278892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Recent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434840" y="1920240"/>
            <a:ext cx="438912" cy="438912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34840" y="203911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023360" y="2514600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Ran apps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023360" y="278892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Prefetch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217920" y="1920240"/>
            <a:ext cx="438912" cy="438912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203911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806440" y="2514600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Used USB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806440" y="278892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USB logs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8001000" y="1920240"/>
            <a:ext cx="438912" cy="43891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01000" y="203911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589520" y="2514600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Deleted file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589520" y="278892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Recycle Bin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9784080" y="1920240"/>
            <a:ext cx="438912" cy="438912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784080" y="203911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372600" y="2514600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Logoff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372600" y="278892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4647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40080" y="3657600"/>
            <a:ext cx="32461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35" name="Image 0" descr="/mnt/data/25-Autopsy-Recycle-Bin.png">    </p:cNvPr>
          <p:cNvPicPr>
            <a:picLocks noChangeAspect="1"/>
          </p:cNvPicPr>
          <p:nvPr/>
        </p:nvPicPr>
        <p:blipFill>
          <a:blip r:embed="rId1"/>
          <a:srcRect l="0" r="0" t="4228" b="4228"/>
          <a:stretch/>
        </p:blipFill>
        <p:spPr>
          <a:xfrm>
            <a:off x="713232" y="3749040"/>
            <a:ext cx="3099816" cy="1399032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731520" y="5184648"/>
            <a:ext cx="3063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i="1" dirty="0">
                <a:solidFill>
                  <a:srgbClr val="475569"/>
                </a:solidFill>
              </a:rPr>
              <a:t>Deleted-file evidence</a:t>
            </a:r>
            <a:endParaRPr lang="en-US" sz="760" dirty="0"/>
          </a:p>
        </p:txBody>
      </p:sp>
      <p:sp>
        <p:nvSpPr>
          <p:cNvPr id="37" name="Shape 34"/>
          <p:cNvSpPr/>
          <p:nvPr/>
        </p:nvSpPr>
        <p:spPr>
          <a:xfrm>
            <a:off x="4480560" y="3657600"/>
            <a:ext cx="32461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38" name="Image 1" descr="/mnt/data/27-Autopsy-USB-Log.png">    </p:cNvPr>
          <p:cNvPicPr>
            <a:picLocks noChangeAspect="1"/>
          </p:cNvPicPr>
          <p:nvPr/>
        </p:nvPicPr>
        <p:blipFill>
          <a:blip r:embed="rId2"/>
          <a:srcRect l="424" r="424" t="0" b="0"/>
          <a:stretch/>
        </p:blipFill>
        <p:spPr>
          <a:xfrm>
            <a:off x="4553712" y="3749040"/>
            <a:ext cx="3099816" cy="1399032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4572000" y="5184648"/>
            <a:ext cx="3063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i="1" dirty="0">
                <a:solidFill>
                  <a:srgbClr val="475569"/>
                </a:solidFill>
              </a:rPr>
              <a:t>USB log artifact</a:t>
            </a:r>
            <a:endParaRPr lang="en-US" sz="760" dirty="0"/>
          </a:p>
        </p:txBody>
      </p:sp>
      <p:sp>
        <p:nvSpPr>
          <p:cNvPr id="40" name="Shape 36"/>
          <p:cNvSpPr/>
          <p:nvPr/>
        </p:nvSpPr>
        <p:spPr>
          <a:xfrm>
            <a:off x="8275320" y="3657600"/>
            <a:ext cx="32461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41" name="Image 2" descr="/mnt/data/28-Autopsy-NTUSER-DAT.png">    </p:cNvPr>
          <p:cNvPicPr>
            <a:picLocks noChangeAspect="1"/>
          </p:cNvPicPr>
          <p:nvPr/>
        </p:nvPicPr>
        <p:blipFill>
          <a:blip r:embed="rId3"/>
          <a:srcRect l="0" r="0" t="1356" b="1356"/>
          <a:stretch/>
        </p:blipFill>
        <p:spPr>
          <a:xfrm>
            <a:off x="8348472" y="3749040"/>
            <a:ext cx="3099816" cy="1399032"/>
          </a:xfrm>
          <a:prstGeom prst="rect">
            <a:avLst/>
          </a:prstGeom>
        </p:spPr>
      </p:pic>
      <p:sp>
        <p:nvSpPr>
          <p:cNvPr id="42" name="Text 37"/>
          <p:cNvSpPr/>
          <p:nvPr/>
        </p:nvSpPr>
        <p:spPr>
          <a:xfrm>
            <a:off x="8366760" y="5184648"/>
            <a:ext cx="3063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i="1" dirty="0">
                <a:solidFill>
                  <a:srgbClr val="475569"/>
                </a:solidFill>
              </a:rPr>
              <a:t>NTUSER.DAT user registry</a:t>
            </a:r>
            <a:endParaRPr lang="en-US" sz="760" dirty="0"/>
          </a:p>
        </p:txBody>
      </p:sp>
      <p:sp>
        <p:nvSpPr>
          <p:cNvPr id="43" name="Text 38"/>
          <p:cNvSpPr/>
          <p:nvPr/>
        </p:nvSpPr>
        <p:spPr>
          <a:xfrm>
            <a:off x="731520" y="58064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Key conclusion</a:t>
            </a:r>
            <a:endParaRPr lang="en-US" sz="1600" dirty="0"/>
          </a:p>
        </p:txBody>
      </p:sp>
      <p:sp>
        <p:nvSpPr>
          <p:cNvPr id="44" name="Text 39"/>
          <p:cNvSpPr/>
          <p:nvPr/>
        </p:nvSpPr>
        <p:spPr>
          <a:xfrm>
            <a:off x="2743200" y="5760720"/>
            <a:ext cx="8641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0F172A"/>
                </a:solidFill>
              </a:rPr>
              <a:t>The user logged in, opened test documents, ran multiple applications, used USB storage, deleted a file, and left supporting evidence across Windows artifacts.</a:t>
            </a:r>
            <a:endParaRPr lang="en-US" sz="1320" dirty="0"/>
          </a:p>
        </p:txBody>
      </p:sp>
      <p:sp>
        <p:nvSpPr>
          <p:cNvPr id="45" name="Text 40"/>
          <p:cNvSpPr/>
          <p:nvPr/>
        </p:nvSpPr>
        <p:spPr>
          <a:xfrm>
            <a:off x="502920" y="6547104"/>
            <a:ext cx="7680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PKCERT Digital Forensics Internship • Group 10 • Week 1 Task 1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PKCERT Digital Forensics Internship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Group10 Week1 Task1 Presentation</dc:title>
  <dc:subject>Windows User Activity Forensics</dc:subject>
  <dc:creator>Group 10</dc:creator>
  <cp:lastModifiedBy>Group 10</cp:lastModifiedBy>
  <cp:revision>1</cp:revision>
  <dcterms:created xsi:type="dcterms:W3CDTF">2026-07-10T07:45:13Z</dcterms:created>
  <dcterms:modified xsi:type="dcterms:W3CDTF">2026-07-10T07:45:13Z</dcterms:modified>
</cp:coreProperties>
</file>
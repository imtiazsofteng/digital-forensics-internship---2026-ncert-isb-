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tech_workspace_scene_with_a_lot_of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63CE"/>
                </a:solidFill>
              </a:rPr>
              <a:t>Week 3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1170432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File-System Forensics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Data Recovery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66928" y="23317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A5A3"/>
                </a:solidFill>
              </a:rPr>
              <a:t>Scenario / Dataset Builder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66928" y="2871216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033"/>
                </a:solidFill>
              </a:rPr>
              <a:t>Seed a disk image with deleted, hidden and renamed files for recovery practice.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566928" y="3703320"/>
            <a:ext cx="29718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B63CE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63CE"/>
                </a:solidFill>
              </a:rPr>
              <a:t>dd  •  mkfs  •  shred  •  mv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0" y="3703320"/>
            <a:ext cx="21488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A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A5A3"/>
                </a:solidFill>
              </a:rPr>
              <a:t>Answer key + QA checklist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" y="6016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Group 10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629107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07084"/>
                </a:solidFill>
              </a:rPr>
              <a:t>NCERT Digital Forensics Internship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Snapshot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What we will build, why it matters, and what the dataset should test.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02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64008" cy="192024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5636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1892808"/>
            <a:ext cx="310896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Create a realistic practice disk image for other groups to analyze. The image will include normal files, deleted files, hidden files, renamed files, and securely deleted files.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417320"/>
            <a:ext cx="64008" cy="1920240"/>
          </a:xfrm>
          <a:prstGeom prst="rect">
            <a:avLst/>
          </a:prstGeom>
          <a:solidFill>
            <a:srgbClr val="0EA5A3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5636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Main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1892808"/>
            <a:ext cx="310896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Understand how file systems store data, what happens after deletion, how hidden files are created, and why secure deletion is harder to recover.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417320"/>
            <a:ext cx="64008" cy="1920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56362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Final Deliverable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48472" y="1892808"/>
            <a:ext cx="310896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Disk image + dataset description + build commands + answer key + QA checklist + short presentation for scenario design.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What other groups should recover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434340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C7D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63CE"/>
                </a:solidFill>
              </a:rPr>
              <a:t>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16152" y="4343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Normal files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1216152" y="4617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07084"/>
                </a:solidFill>
              </a:rPr>
              <a:t>Visible expected files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880360" y="434340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C7D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5351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A3"/>
                </a:solidFill>
              </a:rPr>
              <a:t>👁️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502152" y="4343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Hidden files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3502152" y="4617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07084"/>
                </a:solidFill>
              </a:rPr>
              <a:t>Dot-prefix files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166360" y="434340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C7D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</a:rPr>
              <a:t>🗑️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88152" y="4343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Deleted files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5788152" y="4617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07084"/>
                </a:solidFill>
              </a:rPr>
              <a:t>Recover with tools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452360" y="434340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C7D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2551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🏷️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074152" y="4343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Renamed files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8074152" y="4617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07084"/>
                </a:solidFill>
              </a:rPr>
              <a:t>Find by content/metadata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9738360" y="4343400"/>
            <a:ext cx="512064" cy="512064"/>
          </a:xfrm>
          <a:prstGeom prst="ellipse">
            <a:avLst/>
          </a:prstGeom>
          <a:solidFill>
            <a:srgbClr val="EAF4FF"/>
          </a:solidFill>
          <a:ln w="12700">
            <a:solidFill>
              <a:srgbClr val="C7D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11512" y="4416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</a:rPr>
              <a:t>🧹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360152" y="434340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Shredded file</a:t>
            </a:r>
            <a:endParaRPr lang="en-US" sz="1070" dirty="0"/>
          </a:p>
        </p:txBody>
      </p:sp>
      <p:sp>
        <p:nvSpPr>
          <p:cNvPr id="39" name="Text 37"/>
          <p:cNvSpPr/>
          <p:nvPr/>
        </p:nvSpPr>
        <p:spPr>
          <a:xfrm>
            <a:off x="10360152" y="46177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07084"/>
                </a:solidFill>
              </a:rPr>
              <a:t>Understand limits</a:t>
            </a:r>
            <a:endParaRPr lang="en-US" sz="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A realistic story makes recovery more meaningful and easier to evaluate.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03</a:t>
            </a:r>
            <a:endParaRPr lang="en-US" sz="880" dirty="0"/>
          </a:p>
        </p:txBody>
      </p:sp>
      <p:pic>
        <p:nvPicPr>
          <p:cNvPr id="7" name="Image 0" descr="/mnt/data/a_clean_high_tech_isometric_3d_infographic_style.png">    </p:cNvPr>
          <p:cNvPicPr>
            <a:picLocks noChangeAspect="1"/>
          </p:cNvPicPr>
          <p:nvPr/>
        </p:nvPicPr>
        <p:blipFill>
          <a:blip r:embed="rId1"/>
          <a:srcRect l="15428" r="15428" t="0" b="0"/>
          <a:stretch/>
        </p:blipFill>
        <p:spPr>
          <a:xfrm>
            <a:off x="5943600" y="1188720"/>
            <a:ext cx="5897880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3258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325880"/>
            <a:ext cx="64008" cy="105156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1472184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Case Story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" y="1801368"/>
            <a:ext cx="45262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A suspicious employee worked with project and personal files. Some files were removed, hidden, renamed, or wiped before handover.</a:t>
            </a:r>
            <a:endParaRPr lang="en-US" sz="1010" dirty="0"/>
          </a:p>
        </p:txBody>
      </p:sp>
      <p:sp>
        <p:nvSpPr>
          <p:cNvPr id="12" name="Shape 9"/>
          <p:cNvSpPr/>
          <p:nvPr/>
        </p:nvSpPr>
        <p:spPr>
          <a:xfrm>
            <a:off x="594360" y="260604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606040"/>
            <a:ext cx="64008" cy="1234440"/>
          </a:xfrm>
          <a:prstGeom prst="rect">
            <a:avLst/>
          </a:prstGeom>
          <a:solidFill>
            <a:srgbClr val="0EA5A3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" y="2752344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What It Tests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8952" y="3081528"/>
            <a:ext cx="452628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File deletion recovery, hidden file discovery, renamed file identification, file type verification, and secure delete limits.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594360" y="41605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41605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" y="4306824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Dataset Goal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8952" y="4636008"/>
            <a:ext cx="452628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Give other groups a safe practice image where findings can be checked against an answer key and QA checklist.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594360" y="5897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B1F3A"/>
                </a:solidFill>
              </a:rPr>
              <a:t>Scenario name: Suspicious Employee Data Handling Case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From a blank disk image to a finalized forensic practice dataset.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04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4E2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600200"/>
            <a:ext cx="310896" cy="310896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6550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3272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Plan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033272" y="185623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4"/>
                </a:solidFill>
              </a:rPr>
              <a:t>Scenario, file list, expected answers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1993392" y="1883664"/>
            <a:ext cx="438912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87168" y="141732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4E2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1600200"/>
            <a:ext cx="310896" cy="31089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6550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7520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Create Image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3017520" y="185623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4"/>
                </a:solidFill>
              </a:rPr>
              <a:t>dd creates blank disk image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977640" y="1883664"/>
            <a:ext cx="438912" cy="0"/>
          </a:xfrm>
          <a:prstGeom prst="line">
            <a:avLst/>
          </a:prstGeom>
          <a:noFill/>
          <a:ln w="25400">
            <a:solidFill>
              <a:srgbClr val="0EA5A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71416" y="141732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4E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99432" y="1600200"/>
            <a:ext cx="310896" cy="310896"/>
          </a:xfrm>
          <a:prstGeom prst="ellipse">
            <a:avLst/>
          </a:prstGeom>
          <a:solidFill>
            <a:srgbClr val="0EA5A3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9432" y="16550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01768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Format &amp; Mount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001768" y="185623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4"/>
                </a:solidFill>
              </a:rPr>
              <a:t>mkfs creates file system; mount loop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961888" y="1883664"/>
            <a:ext cx="438912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55664" y="141732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4E2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600200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6550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86016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Seed Files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6986016" y="185623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4"/>
                </a:solidFill>
              </a:rPr>
              <a:t>Add normal and important files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7946136" y="1883664"/>
            <a:ext cx="43891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39912" y="141732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4E2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67928" y="160020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67928" y="16550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970264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Modify Evidence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8970264" y="185623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4"/>
                </a:solidFill>
              </a:rPr>
              <a:t>hide, rename, delete, shred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9930384" y="1883664"/>
            <a:ext cx="438912" cy="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424160" y="1417320"/>
            <a:ext cx="1417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4E2F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52176" y="1600200"/>
            <a:ext cx="310896" cy="310896"/>
          </a:xfrm>
          <a:prstGeom prst="ellipse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52176" y="1655064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54512" y="15727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F3A"/>
                </a:solidFill>
              </a:rPr>
              <a:t>Finalize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10954512" y="185623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07084"/>
                </a:solidFill>
              </a:rPr>
              <a:t>unmount + checksum + docs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68580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Key rule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965960" y="3054096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Build once, document every step, and do not modify the image after final checksum.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14400" y="3703320"/>
            <a:ext cx="10332720" cy="1554480"/>
          </a:xfrm>
          <a:prstGeom prst="roundRect">
            <a:avLst>
              <a:gd name="adj" fmla="val 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38404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dd if=/dev/zero of=week3_dataset.img bs=1M count=2048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mkfs.ext4 week3_dataset.img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mount -o loop week3_dataset.img /mnt/week3case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sudo umount /mnt/week3case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sha256sum week3_dataset.img &gt; week3_dataset_sha256.txt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the Dataset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Folder structure and expected file states inside the image.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05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4709160" cy="4709160"/>
          </a:xfrm>
          <a:prstGeom prst="roundRect">
            <a:avLst>
              <a:gd name="adj" fmla="val 1553"/>
            </a:avLst>
          </a:prstGeom>
          <a:solidFill>
            <a:srgbClr val="F5FA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72768"/>
            <a:ext cx="4251960" cy="4251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Work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meeting_notes_old.txt  [renamed]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old_report.docx        [shredded]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Personal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image.jpg              [deleted]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Projects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project_plan.txt       [visible]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.salary_info.txt       [hidden]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Secrets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password_notes.txt     [visible]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Temp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temp_notes.txt         [deleted]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readme.txt                 [visible]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325880"/>
            <a:ext cx="64008" cy="71323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1472184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Visible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71032" y="1801368"/>
            <a:ext cx="5257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readme.txt, project_plan.txt, password_notes.txt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5806440" y="2267712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267712"/>
            <a:ext cx="6400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2414016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Hidden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1032" y="2743200"/>
            <a:ext cx="5257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.salary_info.txt inside /Projects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5806440" y="3209544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3209544"/>
            <a:ext cx="64008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71032" y="3355848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Deleted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71032" y="3685032"/>
            <a:ext cx="5257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image.jpg and temp_notes.txt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5806440" y="4151376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4151376"/>
            <a:ext cx="6400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4297680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Renamed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71032" y="4626864"/>
            <a:ext cx="5257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meeting_notes.txt → meeting_notes_old.txt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5806440" y="5093208"/>
            <a:ext cx="55778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5093208"/>
            <a:ext cx="64008" cy="713232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5239512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Shredded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71032" y="5568696"/>
            <a:ext cx="52578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old_report.docx overwritten before deletion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Seeding Commands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The exact actions used to create the recovery challenges.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06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8A058"/>
                </a:solidFill>
              </a:rPr>
              <a:t>Normal files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"Meeting notes..." &gt; /mnt/week3case/Work/meeting_notes.txt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echo "Project plan..." &gt; /mnt/week3case/Projects/project_plan.txt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4416552" y="13716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59E0B"/>
                </a:solidFill>
              </a:rPr>
              <a:t>Rename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4416552" y="16916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/mnt/week3case/Work/meeting_notes.txt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/mnt/week3case/Work/meeting_notes_old.txt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238744" y="13716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7C3AED"/>
                </a:solidFill>
              </a:rPr>
              <a:t>Hide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238744" y="169164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mv /mnt/week3case/Secrets/salary_info.txt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/mnt/week3case/Projects/.salary_info.txt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2651760" y="3977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F4444"/>
                </a:solidFill>
              </a:rPr>
              <a:t>Delete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2651760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/mnt/week3case/Personal/image.jpg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rm /mnt/week3case/Temp/temp_notes.txt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473952" y="397764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63CE"/>
                </a:solidFill>
              </a:rPr>
              <a:t>Secure delete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473952" y="429768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4348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5E7E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shred -u -n 3 /mnt/week3case/Work/old_report.docx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60120" y="601675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7084"/>
                </a:solidFill>
              </a:rPr>
              <a:t>Tip: keep a copy of every command in the report so the dataset can be verified and rebuilt.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Key &amp; QA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The dataset is only useful if the expected results are clear.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07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Answer key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63550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7620">
            <a:solidFill>
              <a:srgbClr val="D7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755648"/>
            <a:ext cx="7315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6537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Visible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874520" y="1865376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readme.txt, project_plan.txt, password_notes.txt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4709160" y="1865376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084"/>
                </a:solidFill>
              </a:rPr>
              <a:t>Should appear normally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85800" y="2322576"/>
            <a:ext cx="6355080" cy="420624"/>
          </a:xfrm>
          <a:prstGeom prst="roundRect">
            <a:avLst>
              <a:gd name="adj" fmla="val 10870"/>
            </a:avLst>
          </a:prstGeom>
          <a:solidFill>
            <a:srgbClr val="F5FAFF"/>
          </a:solidFill>
          <a:ln w="7620">
            <a:solidFill>
              <a:srgbClr val="D7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22576"/>
            <a:ext cx="7315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43230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Hidden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874520" y="2432304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.salary_info.txt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4709160" y="2432304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084"/>
                </a:solidFill>
              </a:rPr>
              <a:t>Found with ls -la / forensic tool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85800" y="2889504"/>
            <a:ext cx="63550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7620">
            <a:solidFill>
              <a:srgbClr val="D7E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889504"/>
            <a:ext cx="7315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999232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Deleted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1874520" y="299923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image.jpg, temp_notes.txt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709160" y="2999232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084"/>
                </a:solidFill>
              </a:rPr>
              <a:t>Recoverable or partial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5800" y="3456432"/>
            <a:ext cx="6355080" cy="420624"/>
          </a:xfrm>
          <a:prstGeom prst="roundRect">
            <a:avLst>
              <a:gd name="adj" fmla="val 10870"/>
            </a:avLst>
          </a:prstGeom>
          <a:solidFill>
            <a:srgbClr val="F5FAFF"/>
          </a:solidFill>
          <a:ln w="7620">
            <a:solidFill>
              <a:srgbClr val="D7E2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456432"/>
            <a:ext cx="7315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56616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Renamed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1874520" y="3566160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meeting_notes_old.txt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709160" y="3566160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084"/>
                </a:solidFill>
              </a:rPr>
              <a:t>Identify by content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85800" y="4023360"/>
            <a:ext cx="635508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7620">
            <a:solidFill>
              <a:srgbClr val="D7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023360"/>
            <a:ext cx="73152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133088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B1F3A"/>
                </a:solidFill>
              </a:rPr>
              <a:t>Shredded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1874520" y="4133088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033"/>
                </a:solidFill>
              </a:rPr>
              <a:t>old_report.docx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709160" y="4133088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07084"/>
                </a:solidFill>
              </a:rPr>
              <a:t>Not fully recoverable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406640" y="1325880"/>
            <a:ext cx="4069080" cy="4206240"/>
          </a:xfrm>
          <a:prstGeom prst="roundRect">
            <a:avLst>
              <a:gd name="adj" fmla="val 1798"/>
            </a:avLst>
          </a:prstGeom>
          <a:solidFill>
            <a:srgbClr val="F5FA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1600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QA checklist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26680" y="2057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204825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Image exists and opens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7726680" y="24597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24505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EXT4 file system works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7726680" y="2862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0" y="28529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Folders match report</a:t>
            </a:r>
            <a:endParaRPr lang="en-US" sz="1040" dirty="0"/>
          </a:p>
        </p:txBody>
      </p:sp>
      <p:sp>
        <p:nvSpPr>
          <p:cNvPr id="41" name="Text 39"/>
          <p:cNvSpPr/>
          <p:nvPr/>
        </p:nvSpPr>
        <p:spPr>
          <a:xfrm>
            <a:off x="7726680" y="32644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3255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Hidden file discoverable</a:t>
            </a:r>
            <a:endParaRPr lang="en-US" sz="1040" dirty="0"/>
          </a:p>
        </p:txBody>
      </p:sp>
      <p:sp>
        <p:nvSpPr>
          <p:cNvPr id="43" name="Text 41"/>
          <p:cNvSpPr/>
          <p:nvPr/>
        </p:nvSpPr>
        <p:spPr>
          <a:xfrm>
            <a:off x="7726680" y="366674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046720" y="3657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Deleted file recovery can be attempted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7726680" y="4069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40599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Checksum generated</a:t>
            </a:r>
            <a:endParaRPr lang="en-US" sz="1040" dirty="0"/>
          </a:p>
        </p:txBody>
      </p:sp>
      <p:sp>
        <p:nvSpPr>
          <p:cNvPr id="47" name="Text 45"/>
          <p:cNvSpPr/>
          <p:nvPr/>
        </p:nvSpPr>
        <p:spPr>
          <a:xfrm>
            <a:off x="7726680" y="4471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A058"/>
                </a:solidFill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46720" y="44622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172033"/>
                </a:solidFill>
              </a:rPr>
              <a:t>Answer key completed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Deliverables &amp; Presentation Focus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07084"/>
                </a:solidFill>
              </a:rPr>
              <a:t>What we will submit and what we will explain in 3–5 minutes.</a:t>
            </a:r>
            <a:endParaRPr lang="en-US" sz="108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2700">
            <a:solidFill>
              <a:srgbClr val="D7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37960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07084"/>
                </a:solidFill>
              </a:rPr>
              <a:t>Group 10  •  Week 3  •  File-System Forensics &amp; Data Recovery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356848" y="6473952"/>
            <a:ext cx="320040" cy="201168"/>
          </a:xfrm>
          <a:prstGeom prst="rect">
            <a:avLst/>
          </a:prstGeom>
          <a:solidFill>
            <a:srgbClr val="0B63C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08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64008" cy="2057400"/>
          </a:xfrm>
          <a:prstGeom prst="rect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0392" y="1892808"/>
            <a:ext cx="306324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Dataset description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Scenario story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Tools and commands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Build steps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Answer key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QA checklist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4407408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417320"/>
            <a:ext cx="64008" cy="2057400"/>
          </a:xfrm>
          <a:prstGeom prst="rect">
            <a:avLst/>
          </a:prstGeom>
          <a:solidFill>
            <a:srgbClr val="0EA5A3"/>
          </a:solidFill>
          <a:ln w="12700">
            <a:solidFill>
              <a:srgbClr val="0EA5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6362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Dataset Package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892808"/>
            <a:ext cx="306324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week3_dataset.img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SHA-256 checksum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Documentation folder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Answer key file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Screenshots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383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417320"/>
            <a:ext cx="64008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563624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Presentation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1892808"/>
            <a:ext cx="3063240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Scenario design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What the image tests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Build workflow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Expected recovery tasks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172033"/>
                </a:solidFill>
              </a:rPr>
              <a:t>Risks and limitations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1051560" y="4069080"/>
            <a:ext cx="10104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1879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Closing message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590288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72033"/>
                </a:solidFill>
              </a:rPr>
              <a:t>A good forensic dataset is not just a disk image. It needs a clear scenario, controlled evidence, documentation, and an answer key for verification.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63CE"/>
                </a:solidFill>
              </a:rPr>
              <a:t>Ready for teacher review and group testing.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NCERT / Digital Forensics Internship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Dataset Builder</dc:title>
  <dc:subject>Week 3 File-System Forensics &amp; Data Recovery</dc:subject>
  <dc:creator>Group 10</dc:creator>
  <cp:lastModifiedBy>Group 10</cp:lastModifiedBy>
  <cp:revision>1</cp:revision>
  <dcterms:created xsi:type="dcterms:W3CDTF">2026-07-22T02:16:53Z</dcterms:created>
  <dcterms:modified xsi:type="dcterms:W3CDTF">2026-07-22T02:16:53Z</dcterms:modified>
</cp:coreProperties>
</file>
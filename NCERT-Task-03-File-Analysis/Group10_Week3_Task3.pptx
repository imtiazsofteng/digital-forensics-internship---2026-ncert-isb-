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2743200" cy="27432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1051560"/>
            <a:ext cx="1737360" cy="1737360"/>
          </a:xfrm>
          <a:prstGeom prst="roundRect">
            <a:avLst>
              <a:gd name="adj" fmla="val 1315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1554480"/>
            <a:ext cx="731520" cy="731520"/>
          </a:xfrm>
          <a:prstGeom prst="roundRect">
            <a:avLst>
              <a:gd name="adj" fmla="val 312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2057400"/>
            <a:ext cx="-274320" cy="-274320"/>
          </a:xfrm>
          <a:prstGeom prst="roundRect">
            <a:avLst>
              <a:gd name="adj" fmla="val -8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PKCERT DIGITAL FORENSICS INTERNSHIP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File-System Forensics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Data Recovery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&amp; Dataset Builder — Designing a Realistic Forensic Evidence Image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4343400"/>
            <a:ext cx="2926080" cy="0"/>
          </a:xfrm>
          <a:prstGeom prst="line">
            <a:avLst/>
          </a:prstGeom>
          <a:noFill/>
          <a:ln w="25400">
            <a:solidFill>
              <a:srgbClr val="D98E0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126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Internship  |  Digital Forensics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crime scene, not solving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was not about creating files or running Linux commands for their own sake. The objective was to understand how a forensic investigator prepares a realistic evidence dataset — one that another team can later analyze during a digital forensic investigation.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4251960" cy="356616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35240" y="2139696"/>
            <a:ext cx="100584" cy="100584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82128" y="19842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disk image simulating a real employee workstation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2825496"/>
            <a:ext cx="100584" cy="100584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82128" y="26700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corporate folder and file structure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35240" y="3511296"/>
            <a:ext cx="100584" cy="100584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2128" y="33558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forensic artifacts: deleted, hidden, renamed files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35240" y="4197096"/>
            <a:ext cx="100584" cy="100584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40416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verified, hash-documented evidence package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6492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A5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3035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file, folder, and modification represents user behavior an investigator might encounter in a real case.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File-System Forensics &amp; Data Recovery · PKCERT Internship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file: the Alex Carter incident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Carter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8308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of investigation — corporate insider threat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4526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Carter, an employee preparing to leave the organization, is suspected of attempting to hide confidential company information before departure. This fictional case gave every action in the project a purpose — nothing was created at random.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4343400"/>
            <a:ext cx="452628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A5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SCENARIO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forensic disk image that another investigation team could analyze to recover evidence and reconstruct the user's activities.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96596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965960"/>
            <a:ext cx="64008" cy="105156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057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Purposeful data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3774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simulates real user behavior instead of arbitrary test files.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320040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3200400"/>
            <a:ext cx="64008" cy="105156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291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36118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known, documented scenario allows exact grading against an answer key.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443484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4434840"/>
            <a:ext cx="64008" cy="105156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4526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difficulty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4846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normal activity with hidden evidence mirrors a genuine investigation.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File-System Forensics &amp; Data Recovery · PKCERT Internship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FORENSIC IMAGE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blank bytes to a working filesystem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raw image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297180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2044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 GB file of pure zero bytes — no filesystem, no files, no metadata. Equivalent to a brand-new, never-used hard drive.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87368" y="34290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5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9768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mkfs.ext4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filesystem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0" y="3337560"/>
            <a:ext cx="297180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52044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raw storage into an organized structure. Linux builds the superblock, inode tables, block groups, journals, and allocation bitmaps.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36408" y="34290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5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04672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2104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-o loop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21040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as a real drive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321040" y="3337560"/>
            <a:ext cx="297180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352044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treats the image file exactly like a physical hard drive, accessible through a normal directory.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File-System Forensics &amp; Data Recovery · PKCERT Internship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Simulating a real employee workstation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corporate folder structure was built inside the mounted image, then populated with everyday files — so the planted evidence sits inside genuine-looking activity, not an empty disk.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33172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3134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807208"/>
            <a:ext cx="2935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and confidential personnel records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0" y="214884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233172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3134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15968" y="2807208"/>
            <a:ext cx="2935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and meeting notes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80960" y="214884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82128" y="233172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3134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82128" y="2807208"/>
            <a:ext cx="2935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photographs and private files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97764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9593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" y="4453128"/>
            <a:ext cx="2935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and browser-sourced activity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0" y="379476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397764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9593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15968" y="4453128"/>
            <a:ext cx="2935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records kept for reference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680960" y="379476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82128" y="397764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39593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882128" y="4453128"/>
            <a:ext cx="2935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Transient, easily-overlooked working files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File-System Forensics &amp; Data Recovery · PKCERT Internship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SUSPECT'S ACTIONS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actions, five categories of evidence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the most important phase — it generated the actual forensic artifacts the other team must find.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881360" cy="630936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64008" cy="630936"/>
          </a:xfrm>
          <a:prstGeom prst="rect">
            <a:avLst/>
          </a:prstGeom>
          <a:solidFill>
            <a:srgbClr val="3A547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19202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920240"/>
            <a:ext cx="16459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920240"/>
            <a:ext cx="6400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 renamed to disguise its true purpose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79192"/>
            <a:ext cx="10881360" cy="630936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79192"/>
            <a:ext cx="64008" cy="630936"/>
          </a:xfrm>
          <a:prstGeom prst="rect">
            <a:avLst/>
          </a:prstGeom>
          <a:solidFill>
            <a:srgbClr val="3A547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79192"/>
            <a:ext cx="19202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679192"/>
            <a:ext cx="16459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 (dotfile)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679192"/>
            <a:ext cx="6400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payroll file hidden by prefixing the filename with a period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38144"/>
            <a:ext cx="10881360" cy="630936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38144"/>
            <a:ext cx="64008" cy="630936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38144"/>
            <a:ext cx="19202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4640" y="3438144"/>
            <a:ext cx="16459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3438144"/>
            <a:ext cx="6400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photograph deleted — data remains recoverable on disk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197096"/>
            <a:ext cx="10881360" cy="630936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97096"/>
            <a:ext cx="64008" cy="630936"/>
          </a:xfrm>
          <a:prstGeom prst="rect">
            <a:avLst/>
          </a:prstGeom>
          <a:solidFill>
            <a:srgbClr val="A32D2D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97096"/>
            <a:ext cx="19202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destroyed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34640" y="4197096"/>
            <a:ext cx="16459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shred -u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4197096"/>
            <a:ext cx="6400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file overwritten and removed — an anti-forensic technique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956048"/>
            <a:ext cx="10881360" cy="630936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56048"/>
            <a:ext cx="64008" cy="630936"/>
          </a:xfrm>
          <a:prstGeom prst="rect">
            <a:avLst/>
          </a:prstGeom>
          <a:solidFill>
            <a:srgbClr val="3A5473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956048"/>
            <a:ext cx="19202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834640" y="4956048"/>
            <a:ext cx="16459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4956048"/>
            <a:ext cx="6400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activity log moved into another directory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File-System Forensics &amp; Data Recovery · PKCERT Internship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PRESERVATION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Sealing the evidence with a cryptographic hash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Unmount safely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filesystem was safely detached with umount, ensuring no further modifications could occur.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SHA-256 hash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063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sha256sum produced a cryptographic fingerprint of the completed disk image.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ground truth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hash proves the image's integrity — if even one byte changes later, the hash changes too.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52360" y="1691640"/>
            <a:ext cx="4160520" cy="3291840"/>
          </a:xfrm>
          <a:prstGeom prst="roundRect">
            <a:avLst>
              <a:gd name="adj" fmla="val 333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26680" y="2240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is a digital fingerprint of the evidence.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26680" y="288036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investigators always calculate and verify hashes to prove the integrity of digital evidence — it is how a court or examiner can trust that nothing was altered after the image was created.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File-System Forensics &amp; Data Recovery · PKCERT Internship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command really did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97480" y="150876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blank virtual hard drive (disk image).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295144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95144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mkfs.ext4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229514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the Ext4 filesystem so the disk could store files.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81528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815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-o loop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3081528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the image and made Linux treat it as a real hard drive.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67912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6791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3867912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realistic directory structure.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5429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654296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nano / touch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4654296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realistic user files to simulate normal activity.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150876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0876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150876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and moved files, creating forensic artifacts.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2295144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295144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75320" y="229514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files, leaving potentially recoverable evidence.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3081528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0815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shred -u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5320" y="3081528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deleted a file, simulating an anti-forensic technique.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3867912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86791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umount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75320" y="3867912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detached the filesystem, preventing further modifications.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26480" y="465429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654296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sha256sum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75320" y="4654296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 cryptographic fingerprint to verify evidence integrity.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File-System Forensics &amp; Data Recovery · PKCERT Internship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DFIR perspective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DFIR professional, the commands themselves are not the point. Every user action — creating, renaming, moving, hiding, or deleting a file — leaves traces within the filesystem. The job is to collect those traces, reconstruct the sequence of events, and explain the findings clearly and objectively.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69464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69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42316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forensic disk images are created from raw bytes to a working filesystem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346704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20040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Linux filesystems organize and track data internally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23944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23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97764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ordinary user actions create identifiable forensic artifacts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901184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901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75488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evidence integrity and hashing matter in a real investigation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678424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678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553212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document forensic procedures to a professional standard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File-System Forensics &amp; Data Recovery · PKCERT Internship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840480"/>
            <a:ext cx="2743200" cy="2743200"/>
          </a:xfrm>
          <a:prstGeom prst="roundRect">
            <a:avLst>
              <a:gd name="adj" fmla="val 833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4297680"/>
            <a:ext cx="1828800" cy="1828800"/>
          </a:xfrm>
          <a:prstGeom prst="roundRect">
            <a:avLst>
              <a:gd name="adj" fmla="val 125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103120" y="4754880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606040" y="5212080"/>
            <a:ext cx="0" cy="0"/>
          </a:xfrm>
          <a:prstGeom prst="roundRect">
            <a:avLst>
              <a:gd name="adj" fmla="val Infinity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realistic dataset, ready for investigation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produced a realistic forensic training dataset that simulates common user activity alongside deliberate anti-forensic behavior. The completed, hash-verified disk image is ready to be analyzed with tools such as Autopsy or The Sleuth Kit — to practice file recovery, artifact analysis, and event reconstruction.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786384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79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LESSON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553712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is not about memorizing commands — it's about understanding how systems store information, how users leave traces, and how investigators use those traces to reconstruct the truth.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File-System Forensics &amp; Data Recovery · PKCERT Internship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2026-07-23T11:03:05Z</dcterms:created>
  <dcterms:modified xsi:type="dcterms:W3CDTF">2026-07-23T11:03:05Z</dcterms:modified>
</cp:coreProperties>
</file>
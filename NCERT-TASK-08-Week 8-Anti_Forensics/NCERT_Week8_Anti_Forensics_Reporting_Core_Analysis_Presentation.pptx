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548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6E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NCERT Digital Forensics Internship - Week 8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57200" y="6565392"/>
            <a:ext cx="112471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9282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Anti-Forensics, Reporting &amp; Core Analysis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8356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5240">
            <a:solidFill>
              <a:srgbClr val="D8E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22960" y="1143000"/>
            <a:ext cx="1828800" cy="182880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554480"/>
            <a:ext cx="868680" cy="868680"/>
          </a:xfrm>
          <a:prstGeom prst="ellipse">
            <a:avLst/>
          </a:prstGeom>
          <a:solidFill>
            <a:srgbClr val="EAF4F7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194560"/>
            <a:ext cx="731520" cy="731520"/>
          </a:xfrm>
          <a:prstGeom prst="line">
            <a:avLst/>
          </a:prstGeom>
          <a:noFill/>
          <a:ln w="63500">
            <a:solidFill>
              <a:srgbClr val="0B1F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1752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WEEK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572768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Anti-Forensics, Reporting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Core Analysis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035808" y="277977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Consolidated findings using Autopsy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3337560"/>
            <a:ext cx="1417320" cy="329184"/>
          </a:xfrm>
          <a:prstGeom prst="roundRect">
            <a:avLst>
              <a:gd name="adj" fmla="val 3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341985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AUTOPSY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3337560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41985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ANTI-FORENSICS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27648" y="3337560"/>
            <a:ext cx="1417320" cy="329184"/>
          </a:xfrm>
          <a:prstGeom prst="roundRect">
            <a:avLst>
              <a:gd name="adj" fmla="val 3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341985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REPORTING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39136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Focus: artefacts, locations, interpretation and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4416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Student lab presentation - project delivery administration excluded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and Week 8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task is to turn extracted evidence into a defensible findings section.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063240" cy="4389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4389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278892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Review the existing Windows forensic case, identify the most useful artefacts, check for possible anti-forensic behaviour, and produce a concise findings report.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The aim is interpretation, not simply exporting all data from Autopsy.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4160520" y="1371600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4630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35331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630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Open case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1755648"/>
            <a:ext cx="0" cy="3840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2011680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99339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21031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Review ingest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52544" y="2395728"/>
            <a:ext cx="0" cy="3840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2651760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7432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63347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743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Select evidence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52544" y="3035808"/>
            <a:ext cx="0" cy="3840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291840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3383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27355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Anti-forensics checks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52544" y="3675888"/>
            <a:ext cx="0" cy="3840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393192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4023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91363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4023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Correlate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52544" y="4315968"/>
            <a:ext cx="0" cy="3840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457200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6634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455371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46634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Tag items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2544" y="4956048"/>
            <a:ext cx="0" cy="3840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0520" y="521208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53035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5193792"/>
            <a:ext cx="3931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5303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Generate report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61120" y="13258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1325880"/>
            <a:ext cx="640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25712" y="1435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Key Principle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25712" y="1764792"/>
            <a:ext cx="224028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One artefact is rarely enough. Confidence increases when different sources support the same activity.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8961120" y="361188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61120" y="3611880"/>
            <a:ext cx="64008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25712" y="3721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Report Strategy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25712" y="4050792"/>
            <a:ext cx="224028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Use tagged or selected results for the readable report. Keep raw data and large exports as supporting material.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Artefacts and Locations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These are the main artefacts used in the consolidated findings.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RecentDocs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NTUSER.DAT ...\Explorer\RecentDocs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Recent file or folder references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32588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RunMRU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93592" y="176479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NTUSER.DAT ...\Explorer\RunMRU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Commands typed in Run dialog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UserAssist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82512" y="176479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NTUSER.DAT ...\Explorer\UserAssist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GUI application execution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9006840" y="13258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325880"/>
            <a:ext cx="6400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Prefetch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71432" y="176479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C:\Windows\Prefetch\*.pf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Program execution support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743200"/>
            <a:ext cx="6400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USBSTOR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18211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SYSTEM\CurrentControlSet\Enum\USBSTOR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Removable device identity/history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342900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743200"/>
            <a:ext cx="64008" cy="11430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Event Logs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93592" y="318211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C:\Windows\System32\winevt\Logs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Logon, system and audit events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21792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74320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Recycle Bin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2512" y="318211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C:\$Recycle.Bin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Deleted-file context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900684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274320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1432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Timeline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71432" y="3182112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Autopsy Timeline view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Cross-source time correlation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685800" y="4343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Interpretation rule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331720" y="4251960"/>
            <a:ext cx="914400" cy="438912"/>
          </a:xfrm>
          <a:prstGeom prst="chevron">
            <a:avLst/>
          </a:prstGeom>
          <a:solidFill>
            <a:srgbClr val="EAF4F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343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Location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251960"/>
            <a:ext cx="914400" cy="438912"/>
          </a:xfrm>
          <a:prstGeom prst="chevron">
            <a:avLst/>
          </a:prstGeom>
          <a:solidFill>
            <a:srgbClr val="EAF4F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343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Finding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9400" y="4251960"/>
            <a:ext cx="914400" cy="438912"/>
          </a:xfrm>
          <a:prstGeom prst="chevron">
            <a:avLst/>
          </a:prstGeom>
          <a:solidFill>
            <a:srgbClr val="EAF4F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4343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Meaning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823960" y="4251960"/>
            <a:ext cx="914400" cy="438912"/>
          </a:xfrm>
          <a:prstGeom prst="chevron">
            <a:avLst/>
          </a:prstGeom>
          <a:solidFill>
            <a:srgbClr val="EAF4F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57232" y="4343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Limitation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4983480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983480"/>
            <a:ext cx="64008" cy="7772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5093208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Important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" y="5422392"/>
            <a:ext cx="105613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A filename in RecentDocs, a USBSTOR entry, or a deleted file is an indicator - not automatically proof of a specific action.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Correlation Example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Different artefacts can support the same activity sequence.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1417320" cy="1417320"/>
          </a:xfrm>
          <a:prstGeom prst="ellipse">
            <a:avLst/>
          </a:prstGeom>
          <a:solidFill>
            <a:srgbClr val="DFF6F3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148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RecentDocs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Document referenced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2240280"/>
            <a:ext cx="548640" cy="5943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828800"/>
            <a:ext cx="1417320" cy="1417320"/>
          </a:xfrm>
          <a:prstGeom prst="ellipse">
            <a:avLst/>
          </a:prstGeom>
          <a:solidFill>
            <a:srgbClr val="EAF4F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148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34290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UserAssist / Prefetch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Application executed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4920" y="2240280"/>
            <a:ext cx="548640" cy="5943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828800"/>
            <a:ext cx="1417320" cy="1417320"/>
          </a:xfrm>
          <a:prstGeom prst="ellipse">
            <a:avLst/>
          </a:prstGeom>
          <a:solidFill>
            <a:srgbClr val="DFF6F3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48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34290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Event Log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session 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43800" y="2240280"/>
            <a:ext cx="548640" cy="5943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828800"/>
            <a:ext cx="1417320" cy="1417320"/>
          </a:xfrm>
          <a:prstGeom prst="ellipse">
            <a:avLst/>
          </a:prstGeom>
          <a:solidFill>
            <a:srgbClr val="EAF4F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148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34290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USBSTOR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Removable device known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" y="470916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709160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81888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Interpretation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0432" y="5148072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Together, the artefacts can support a reasonable sequence of user activity. They still do not prove that a specific file was copied to a USB device unless the file-system evidence directly connects the file and the removable media.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Anti-Forensics Checks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goal is to identify indicators, not to label normal behaviour as malicious.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744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25880"/>
            <a:ext cx="82296" cy="84124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Security log clearing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14538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Security.evtx - Event ID 1102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14538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High-interest indicator: the Security audit log was cleared.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13232" y="2267712"/>
            <a:ext cx="10744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267712"/>
            <a:ext cx="82296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231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Deleted / wiped 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3240" y="2395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Deleted files, Recycle Bin, unallocated space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Suspicious only when timing and context support concealment.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13232" y="3209544"/>
            <a:ext cx="10744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09544"/>
            <a:ext cx="82296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649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Timestamp manipulation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63240" y="33375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Compare MAC times with execution artefacts and timeline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3337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Conflicting timestamps can be an indicator; one timestamp is not proof.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13232" y="4151376"/>
            <a:ext cx="10744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51376"/>
            <a:ext cx="82296" cy="8412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068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History cleanup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42793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MRU/browser/recent activity unusually empty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42793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May indicate cleanup, but settings and retention can also explain it.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13232" y="5093208"/>
            <a:ext cx="10744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093208"/>
            <a:ext cx="82296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2486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Evidence gaps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63240" y="52212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Unexplained gaps in logs/timeline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52212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Can result from cleanup, shutdown, retention or incomplete acquisition.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777240" y="6080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Good forensic conclusion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6016752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If the evidence does not support log clearing, wiping or timestamp manipulation, report: "No confirmed anti-forensic action was identified from the reviewed artefacts."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Autopsy Reporting Procedure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clean report contains evidence that was actually reviewed and interpreted.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240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1. Review Results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1399032"/>
            <a:ext cx="566928" cy="51206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44475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Confirm the artefacts are correct before export.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240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2. Tag Important Items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267712"/>
            <a:ext cx="566928" cy="51206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31343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Tag evidence that directly supports the findings.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2240280" cy="658368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Generate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3136392"/>
            <a:ext cx="566928" cy="51206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318211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Choose a report type such as HTML or Excel.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2240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4. Select Scope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4005072"/>
            <a:ext cx="566928" cy="51206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05079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Use All Results or Tagged Results depending on the purpose.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4800600"/>
            <a:ext cx="2240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83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5. Verify Report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4873752"/>
            <a:ext cx="566928" cy="51206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91947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Open the generated report from the Reports node and check 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580644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06440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5916168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Reporting Tip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" y="6245352"/>
            <a:ext cx="996696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Use the Autopsy-generated report as technical support. The written findings section should explain what each artefact means and what it cannot prove.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Consolidated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case should be explained as a connected story rather than a list of raw artefacts.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User Activity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RecentDocs and RunMRU identify files, commands and paths associated with the user profile. They are useful indicators, but can be overwritten or cleared.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2588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356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Application Execution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176479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UserAssist and Prefetch can support that applications were executed. Agreement across both sources increases confidence.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25880"/>
            <a:ext cx="64008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4356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Removable Media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176479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USBSTOR can identify devices known to the system. It does not prove a particular file was copied without additional evidence.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80360"/>
            <a:ext cx="6400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9900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Event Logs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31927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Logs provide timestamped operating-system and account activity. Event ID 1102 is important when checking for audit-log clearing.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4389120" y="28803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88036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9900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Deleted Evidence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331927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Deleted files may be normal activity or concealment. Timing, file importance and surrounding evidence decide the interpretation.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8138160" y="28803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880360"/>
            <a:ext cx="6400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29900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Timeline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02752" y="331927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Timeline correlation helps compare events before and after suspicious activity and highlights inconsistencies or gaps.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709160"/>
            <a:ext cx="64008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81888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Overall Finding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5148072"/>
            <a:ext cx="10652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The strongest result is the correlation of several independent artefacts. Reporting should state the source, location, interpretation and limitation for each finding.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professional forensic report explains where its conclusions may be weak.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8580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Only acquired evidence can be analysed; RAM and network traffic need separate collection.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Some Windows artefacts are overwritten or retained for limited periods.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Timestamps can be affected by time zones, copying behaviour or deliberate manipulation.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Absence of an artefact does not prove an activity never happened.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Autopsy parsing depends on supported formats and ingest modules.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Deleted-file recovery may be incomplete after overwrite or storage trimming.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38160" y="141732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417320"/>
            <a:ext cx="64008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02752" y="1856232"/>
            <a:ext cx="274320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When an automated result looks incomplete, check the original artefact or raw file manually.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8138160" y="370332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3703320"/>
            <a:ext cx="64008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3813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Reporting Rule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4142232"/>
            <a:ext cx="274320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Use cautious wording: supports, indicates, consistent with. Avoid claiming more than the evidence proves.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Week 8 is about interpretation and defensible reporting.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100584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</a:rPr>
              <a:t>What I learned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240280"/>
            <a:ext cx="86868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Autopsy can organise and export large amounts of case data, but reporting still requires investigator judgment.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Artefact correlation is stronger than relying on one registry key, file or event.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Anti-forensic behaviour should only be reported when the evidence supports it.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Every finding should include its location, meaning and limitation.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50749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Final message:  Evidence first -&gt; interpretation second -&gt; conclusion last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Official sources used for the reporting and anti-forensics checks.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[1] The Sleuth Kit - Autopsy User Documentation 4.23.0: Reporting.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[2] The Sleuth Kit - Autopsy Timeline Analysis documentation.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[3] Microsoft Learn - 1102(S): The audit log was cleared.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[4] The Sleuth Kit - Autopsy Timeline Analysis Help (timestamp limitations).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663440"/>
            <a:ext cx="10058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663440"/>
            <a:ext cx="64008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4773168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Presentation Note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5102352"/>
            <a:ext cx="97840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During the live presentation, show the actual Autopsy case screenshots from your system for the artefact entries. The slide deck intentionally avoids inventing case-specific timestamps or filenames.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NCERT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8 - Anti-Forensics, Reporting &amp; Core Analysis</dc:title>
  <dc:subject>Week 8 Anti-Forensics, Reporting &amp; Core Analysis</dc:subject>
  <dc:creator>Student - NCERT Digital Forensics Internship</dc:creator>
  <cp:lastModifiedBy>Student - NCERT Digital Forensics Internship</cp:lastModifiedBy>
  <cp:revision>1</cp:revision>
  <dcterms:created xsi:type="dcterms:W3CDTF">2026-08-23T07:48:40Z</dcterms:created>
  <dcterms:modified xsi:type="dcterms:W3CDTF">2026-08-23T07:48:40Z</dcterms:modified>
</cp:coreProperties>
</file>
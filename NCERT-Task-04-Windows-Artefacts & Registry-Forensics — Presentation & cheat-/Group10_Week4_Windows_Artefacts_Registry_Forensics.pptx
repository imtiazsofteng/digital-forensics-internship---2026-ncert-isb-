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tech_themed_desktop_scene_presen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CB"/>
                </a:solidFill>
              </a:rPr>
              <a:t>Week 4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Artefacts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Registry Forensics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76656" y="2697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Presentation &amp; reusable one-page cheat-sheet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76656" y="5989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Group 10  |  Digital Forensics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week is meant to achieve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A clean share-out plus a reusable reference for Windows artefacts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" cy="1828800"/>
          </a:xfrm>
          <a:prstGeom prst="rect">
            <a:avLst/>
          </a:prstGeom>
          <a:solidFill>
            <a:srgbClr val="0E5CCB"/>
          </a:solidFill>
          <a:ln w="12700">
            <a:solidFill>
              <a:srgbClr val="0E5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9304" y="14813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Deliverable 1: Share-out presentation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1901952"/>
            <a:ext cx="306324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Summarise the weekly learning: what Windows artefacts were checked, which tools were used, and what evidence each artefact can prove.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325880"/>
            <a:ext cx="54864" cy="1828800"/>
          </a:xfrm>
          <a:prstGeom prst="rect">
            <a:avLst/>
          </a:prstGeom>
          <a:solidFill>
            <a:srgbClr val="16A7A2"/>
          </a:solidFill>
          <a:ln w="12700">
            <a:solidFill>
              <a:srgbClr val="16A7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46904" y="14813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Deliverable 2: One-page cheat-sheet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1144" y="1901952"/>
            <a:ext cx="306324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Build a quick reference with hive files, key registry paths, artefact purpose, tools, and investigator tips.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01000" y="13258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3258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04504" y="14813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Deliverable 3: Short report summary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38744" y="1901952"/>
            <a:ext cx="306324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Explain the collective findings, common challenges, and key takeaways from the week.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Approach used in this deck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" y="4160520"/>
            <a:ext cx="9875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Collect and review available group outputs.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Map every artefact to the question it can answer.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Keep the cheat-sheet short, practical, and reusable.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Where group responses were not available, summarize by artefact theme and update during live discussion.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artefact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Different evidence sources answer different investigation questions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33832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98448"/>
            <a:ext cx="54864" cy="1572768"/>
          </a:xfrm>
          <a:prstGeom prst="rect">
            <a:avLst/>
          </a:prstGeom>
          <a:solidFill>
            <a:srgbClr val="0E5CCB"/>
          </a:solidFill>
          <a:ln w="12700">
            <a:solidFill>
              <a:srgbClr val="0E5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447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User activity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874520"/>
            <a:ext cx="2926080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RunMRU, RecentDocs, TypedPaths, UserAssist, Jump Lists and NTUSER.DAT traces show what a user opened, typed, or executed.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33832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298448"/>
            <a:ext cx="54864" cy="1572768"/>
          </a:xfrm>
          <a:prstGeom prst="rect">
            <a:avLst/>
          </a:prstGeom>
          <a:solidFill>
            <a:srgbClr val="16A7A2"/>
          </a:solidFill>
          <a:ln w="12700">
            <a:solidFill>
              <a:srgbClr val="16A7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4447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10912" y="1453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System &amp; device activity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5152" y="1874520"/>
            <a:ext cx="2926080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SYSTEM hive, MountedDevices, USBSTOR and Event Logs help identify system settings, connected devices, and logon/logoff events.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247888" y="1298448"/>
            <a:ext cx="33832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298448"/>
            <a:ext cx="54864" cy="1572768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4447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51392" y="1453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Application &amp; file activity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85632" y="1874520"/>
            <a:ext cx="2926080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Prefetch, Amcache, Recycle Bin, browser data and LNK files help prove execution, access, deletion, and document usage.</a:t>
            </a:r>
            <a:endParaRPr lang="en-US" sz="960" dirty="0"/>
          </a:p>
        </p:txBody>
      </p:sp>
      <p:pic>
        <p:nvPicPr>
          <p:cNvPr id="20" name="Image 0" descr="/mnt/data/a_clean_infographic_presentation_slide_style_ima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318" y="3337560"/>
            <a:ext cx="3980604" cy="2240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registry hives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Quick guide to which hive answers which question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10835640" cy="647700"/>
          </a:xfrm>
          <a:prstGeom prst="rect">
            <a:avLst/>
          </a:prstGeom>
          <a:solidFill>
            <a:srgbClr val="0B1F3A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Hive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440430" y="13441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Main purpose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149340" y="13441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Useful artefacts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858250" y="13441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Example question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85800" y="1946148"/>
            <a:ext cx="10835640" cy="64770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918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440430" y="19918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Per-user activity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149340" y="19918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RunMRU, RecentDocs, UserAssist, TypedPaths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858250" y="19918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What did this user do?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85800" y="2593848"/>
            <a:ext cx="10835640" cy="647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395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SYSTEM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440430" y="26395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Hardware and system settings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149340" y="26395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USBSTOR, MountedDevices, TimeZone, ComputerName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858250" y="26395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Was a USB connected?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5800" y="3241548"/>
            <a:ext cx="10835640" cy="64770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872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SOFTWARE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440430" y="32872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Installed apps and Windows info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149340" y="32872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Uninstall, Run, Windows NT CurrentVersion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858250" y="32872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Which software was installed?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3889248"/>
            <a:ext cx="10835640" cy="647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349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SAM / SECURITY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440430" y="39349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Accounts and policies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49340" y="39349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Local users, policy settings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858250" y="39349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Which accounts exist?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85800" y="4536948"/>
            <a:ext cx="10835640" cy="64770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5826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USRCLASS.DAT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440430" y="45826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Shell activity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149340" y="45826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ShellBags, folder view traces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858250" y="4582668"/>
            <a:ext cx="2617470" cy="5562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Which folders were viewed?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7724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Practical reminder: work on forensic copies or exported hives, not live evidence. Record hash values when possible.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activity artefacts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Most useful traces from NTUSER.DAT and Explorer activity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7432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1508760"/>
          </a:xfrm>
          <a:prstGeom prst="rect">
            <a:avLst/>
          </a:prstGeom>
          <a:solidFill>
            <a:srgbClr val="0E5CCB"/>
          </a:solidFill>
          <a:ln w="12700">
            <a:solidFill>
              <a:srgbClr val="0E5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26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3584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RunMRU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1856232"/>
            <a:ext cx="2286000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Shows commands typed in the Windows Run box, such as cmd, powershell, regedit, notepad, or suspicious utilities.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611880" y="1280160"/>
            <a:ext cx="27432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280160"/>
            <a:ext cx="54864" cy="1508760"/>
          </a:xfrm>
          <a:prstGeom prst="rect">
            <a:avLst/>
          </a:prstGeom>
          <a:solidFill>
            <a:srgbClr val="16A7A2"/>
          </a:solidFill>
          <a:ln w="12700">
            <a:solidFill>
              <a:srgbClr val="16A7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426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15384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RecentDocs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9624" y="1856232"/>
            <a:ext cx="2286000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Shows recently opened files and file-type categories. Useful for proving document access or file interaction.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583680" y="1280160"/>
            <a:ext cx="27432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280160"/>
            <a:ext cx="54864" cy="150876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426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87184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UserAssist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21424" y="1856232"/>
            <a:ext cx="2286000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Stores GUI program execution traces. Names may require ROT13 decoding and deeper Count key parsing.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555480" y="1280160"/>
            <a:ext cx="20574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128016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1426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58984" y="1435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TypedPaths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93224" y="1856232"/>
            <a:ext cx="1600200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Shows folder paths typed in File Explorer address bar. Useful for proving manual navigation.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772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What our available output showed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3730752"/>
            <a:ext cx="10515600" cy="310896"/>
          </a:xfrm>
          <a:prstGeom prst="rect">
            <a:avLst/>
          </a:prstGeom>
          <a:solidFill>
            <a:srgbClr val="0E5CCB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76472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Artefact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328160" y="3776472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Result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833360" y="3776472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Meaning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7240" y="4041648"/>
            <a:ext cx="10515600" cy="310896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87368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RunMRU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328160" y="4087368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Key found, no values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833360" y="4087368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Path exists; Run history may be empty or cleared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4352544"/>
            <a:ext cx="10515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398264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RecentDocs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328160" y="4398264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30 values, 6 subkeys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833360" y="4398264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Strong evidence of recently opened files and categories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" y="4663440"/>
            <a:ext cx="10515600" cy="310896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709160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UserAssist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328160" y="4709160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9 subkeys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833360" y="4709160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Execution traces exist; needs deeper Count parsing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77240" y="4974336"/>
            <a:ext cx="10515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020056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UserStartup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328160" y="5020056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OneDrive value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7833360" y="5020056"/>
            <a:ext cx="3413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User startup entry identified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and application artefacts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Sources that confirm device usage, software inventory, and execution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" cy="1965960"/>
          </a:xfrm>
          <a:prstGeom prst="rect">
            <a:avLst/>
          </a:prstGeom>
          <a:solidFill>
            <a:srgbClr val="16A7A2"/>
          </a:solidFill>
          <a:ln w="12700">
            <a:solidFill>
              <a:srgbClr val="16A7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9304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USBSTOR + MountedDevices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1901952"/>
            <a:ext cx="3017520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USBSTOR can show vendor/product/serial traces. MountedDevices helps map volumes and drive letters.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70832" y="13258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325880"/>
            <a:ext cx="54864" cy="1965960"/>
          </a:xfrm>
          <a:prstGeom prst="rect">
            <a:avLst/>
          </a:prstGeom>
          <a:solidFill>
            <a:srgbClr val="0E5CCB"/>
          </a:solidFill>
          <a:ln w="12700">
            <a:solidFill>
              <a:srgbClr val="0E5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74336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Prefetch + Amcache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1901952"/>
            <a:ext cx="3017520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Prefetch can show program execution and run count. Amcache can support execution and file metadata analysis.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54864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🗑️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68512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Event Logs + Recycle Bin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2752" y="1901952"/>
            <a:ext cx="3017520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Security/System logs show logon, logoff, and device activity. Recycle Bin traces deletion and original paths.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How we combine evidence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9966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Use registry artefacts for user/system context.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Use Prefetch/Amcache/Event Logs to confirm execution or timeline.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Use Recycle Bin/LNK/RecentDocs to prove document access or deletion.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Always cross-check timestamps; one artefact alone is rarely enough.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share-out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Compiled by artefact theme because full group responses were not available before submission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10835640" cy="624840"/>
          </a:xfrm>
          <a:prstGeom prst="rect">
            <a:avLst/>
          </a:prstGeom>
          <a:solidFill>
            <a:srgbClr val="0B1F3A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Theme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4343400" y="13441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Common tools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955280" y="13441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Main finding to present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85800" y="1923288"/>
            <a:ext cx="10835640" cy="62484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900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Registry user activity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343400" y="196900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Registry Explorer, Python parser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955280" y="196900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 can reveal RecentDocs, UserAssist, RunMRU and TypedPaths.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85800" y="2548128"/>
            <a:ext cx="10835640" cy="6248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9384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USB/device traces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343400" y="259384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SYSTEM hive, Event Viewer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955280" y="259384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USBSTOR and MountedDevices help identify storage devices and drive mapping.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3172968"/>
            <a:ext cx="10835640" cy="62484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1868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Execution history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343400" y="321868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Prefetch viewers, Amcache tools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955280" y="321868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Prefetch/UserAssist/Amcache should be combined for stronger proof of execution.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85800" y="3797808"/>
            <a:ext cx="10835640" cy="6248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4352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File access/deletion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343400" y="384352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RecentDocs, LNK, Recycle Bin, Autopsy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955280" y="384352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RecentDocs and Recycle Bin connect documents with access and deletion behavior.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4422648"/>
            <a:ext cx="10835640" cy="624840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683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Reporting practice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343400" y="44683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Screenshots, CSV/PDF export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955280" y="4468368"/>
            <a:ext cx="3520440" cy="533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Findings are clearer when evidence path, timestamp and tool output are recorded.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04672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D64545"/>
                </a:solidFill>
              </a:rPr>
              <a:t>Live update note: if groups provide their exact data during meeting, insert it into this table before final submission.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cheat-sheet preview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The report contains this content in a printable one-page reference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11247120" cy="531495"/>
          </a:xfrm>
          <a:prstGeom prst="rect">
            <a:avLst/>
          </a:prstGeom>
          <a:solidFill>
            <a:srgbClr val="0E5CCB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Artefact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360420" y="130759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Hive/File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172200" y="130759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Registry path or location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983980" y="130759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What it tells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1793367"/>
            <a:ext cx="11247120" cy="531495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3908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RunMRU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360420" y="183908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172200" y="183908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...\Explorer\RunMRU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983980" y="183908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Commands typed in Run box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02920" y="2324862"/>
            <a:ext cx="1124712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7058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RecentDocs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360420" y="237058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172200" y="237058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...\Explorer\RecentDocs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983980" y="237058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Recently opened files/categories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02920" y="2856357"/>
            <a:ext cx="11247120" cy="531495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0207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UserAssist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360420" y="290207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172200" y="290207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...\Explorer\UserAssist\{GUID}\Count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983980" y="290207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GUI program execution traces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02920" y="3387852"/>
            <a:ext cx="1124712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3357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TypedPaths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360420" y="343357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NTUSER.DAT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72200" y="343357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...\Explorer\TypedPaths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983980" y="343357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Manually typed Explorer paths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02920" y="3919347"/>
            <a:ext cx="11247120" cy="531495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6506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USBSTOR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360420" y="396506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SYSTEM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172200" y="396506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ControlSet001\Enum\USBSTOR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983980" y="396506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Connected USB storage devices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02920" y="4450842"/>
            <a:ext cx="1124712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49656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Installed Apps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360420" y="449656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SOFTWARE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172200" y="449656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...\CurrentVersion\Uninstall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8983980" y="4496562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Installed software inventory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02920" y="4982337"/>
            <a:ext cx="11247120" cy="531495"/>
          </a:xfrm>
          <a:prstGeom prst="rect">
            <a:avLst/>
          </a:prstGeom>
          <a:solidFill>
            <a:srgbClr val="F9FBFD"/>
          </a:solidFill>
          <a:ln w="7620">
            <a:solidFill>
              <a:srgbClr val="D9E4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02805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Startup Apps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360420" y="502805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NTUSER/SOFTWARE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172200" y="502805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...\CurrentVersion\Run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983980" y="5028057"/>
            <a:ext cx="2720340" cy="44005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Auto-start programs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14400" y="5715000"/>
            <a:ext cx="103327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5715000"/>
            <a:ext cx="54864" cy="59436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58613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17904" y="587044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Investigator tips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152144" y="6291072"/>
            <a:ext cx="9875520" cy="-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a forensic copy first; record path + timestamp + screenshot; compare multiple artefacts before concluding; export CSV/PDF for final reporting.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 and closing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7"/>
                </a:solidFill>
              </a:rPr>
              <a:t>What everyone should remember after the Week 4 share-out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" cy="1874520"/>
          </a:xfrm>
          <a:prstGeom prst="rect">
            <a:avLst/>
          </a:prstGeom>
          <a:solidFill>
            <a:srgbClr val="0E5CCB"/>
          </a:solidFill>
          <a:ln w="12700">
            <a:solidFill>
              <a:srgbClr val="0E5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9304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1. Registry is powerful, but contextual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1901952"/>
            <a:ext cx="30175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Registry hives give strong user, system and software traces, but findings should be verified with file-system and event evidence.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70832" y="13258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325880"/>
            <a:ext cx="54864" cy="1874520"/>
          </a:xfrm>
          <a:prstGeom prst="rect">
            <a:avLst/>
          </a:prstGeom>
          <a:solidFill>
            <a:srgbClr val="16A7A2"/>
          </a:solidFill>
          <a:ln w="12700">
            <a:solidFill>
              <a:srgbClr val="16A7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74336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2. Evidence path matters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1901952"/>
            <a:ext cx="30175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Every finding should include source hive, registry path, timestamp, tool used and screenshot/output reference.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54864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472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68512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3. Cheat-sheet improves speed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2752" y="1901952"/>
            <a:ext cx="30175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A reusable one-page reference helps all groups remember which artefact answers which investigation question.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 / Discussion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Suggested discussion question: Which artefact is strongest for proving user activity, and which second source should confirm it?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Group 10  |  Week 4 - Windows Artefacts &amp; Registry Forensics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5CCB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NCERT Digital Forensics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Group10 Week4 Windows Artefacts Registry Forensics Presentation</dc:title>
  <dc:subject>Week 4 Windows Artefacts &amp; Registry Forensics</dc:subject>
  <dc:creator>Group 10</dc:creator>
  <cp:lastModifiedBy>Group 10</cp:lastModifiedBy>
  <cp:revision>1</cp:revision>
  <dcterms:created xsi:type="dcterms:W3CDTF">2026-07-30T01:52:43Z</dcterms:created>
  <dcterms:modified xsi:type="dcterms:W3CDTF">2026-07-30T01:52:43Z</dcterms:modified>
</cp:coreProperties>
</file>